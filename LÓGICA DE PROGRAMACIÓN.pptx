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42F1CF-DC9F-416C-8B04-B9AC9BE7FB44}" v="29" dt="2026-06-01T04:29:36.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o De Loor" userId="46f4f7b2-964b-405a-834e-ab45797ed0c3" providerId="ADAL" clId="{0C4CFCC3-0E84-4C7A-8125-90140A6DB9AC}"/>
    <pc:docChg chg="undo custSel addSld modSld">
      <pc:chgData name="Julio De Loor" userId="46f4f7b2-964b-405a-834e-ab45797ed0c3" providerId="ADAL" clId="{0C4CFCC3-0E84-4C7A-8125-90140A6DB9AC}" dt="2026-06-01T04:29:35.571" v="1788" actId="26606"/>
      <pc:docMkLst>
        <pc:docMk/>
      </pc:docMkLst>
      <pc:sldChg chg="addSp delSp modSp mod">
        <pc:chgData name="Julio De Loor" userId="46f4f7b2-964b-405a-834e-ab45797ed0c3" providerId="ADAL" clId="{0C4CFCC3-0E84-4C7A-8125-90140A6DB9AC}" dt="2026-06-01T03:39:25.051" v="1633" actId="403"/>
        <pc:sldMkLst>
          <pc:docMk/>
          <pc:sldMk cId="3936889430" sldId="256"/>
        </pc:sldMkLst>
        <pc:spChg chg="mod">
          <ac:chgData name="Julio De Loor" userId="46f4f7b2-964b-405a-834e-ab45797ed0c3" providerId="ADAL" clId="{0C4CFCC3-0E84-4C7A-8125-90140A6DB9AC}" dt="2026-06-01T03:39:12.107" v="1624" actId="313"/>
          <ac:spMkLst>
            <pc:docMk/>
            <pc:sldMk cId="3936889430" sldId="256"/>
            <ac:spMk id="2" creationId="{D82B13B1-80F6-6B54-7584-2EADBA899935}"/>
          </ac:spMkLst>
        </pc:spChg>
        <pc:spChg chg="mod">
          <ac:chgData name="Julio De Loor" userId="46f4f7b2-964b-405a-834e-ab45797ed0c3" providerId="ADAL" clId="{0C4CFCC3-0E84-4C7A-8125-90140A6DB9AC}" dt="2026-06-01T03:39:25.051" v="1633" actId="403"/>
          <ac:spMkLst>
            <pc:docMk/>
            <pc:sldMk cId="3936889430" sldId="256"/>
            <ac:spMk id="3" creationId="{527BF07E-B888-BDE7-6A2A-C4BA564DF064}"/>
          </ac:spMkLst>
        </pc:spChg>
        <pc:spChg chg="add del">
          <ac:chgData name="Julio De Loor" userId="46f4f7b2-964b-405a-834e-ab45797ed0c3" providerId="ADAL" clId="{0C4CFCC3-0E84-4C7A-8125-90140A6DB9AC}" dt="2026-06-01T03:34:49.815" v="1620" actId="26606"/>
          <ac:spMkLst>
            <pc:docMk/>
            <pc:sldMk cId="3936889430" sldId="256"/>
            <ac:spMk id="12" creationId="{7B1AB9FE-36F5-4FD1-9850-DB5C5AD4828F}"/>
          </ac:spMkLst>
        </pc:spChg>
        <pc:spChg chg="add del">
          <ac:chgData name="Julio De Loor" userId="46f4f7b2-964b-405a-834e-ab45797ed0c3" providerId="ADAL" clId="{0C4CFCC3-0E84-4C7A-8125-90140A6DB9AC}" dt="2026-06-01T03:34:49.815" v="1620" actId="26606"/>
          <ac:spMkLst>
            <pc:docMk/>
            <pc:sldMk cId="3936889430" sldId="256"/>
            <ac:spMk id="14" creationId="{F489C2E0-4895-4B72-85EA-7EE9FAFFDC7E}"/>
          </ac:spMkLst>
        </pc:spChg>
        <pc:spChg chg="add del">
          <ac:chgData name="Julio De Loor" userId="46f4f7b2-964b-405a-834e-ab45797ed0c3" providerId="ADAL" clId="{0C4CFCC3-0E84-4C7A-8125-90140A6DB9AC}" dt="2026-06-01T03:34:49.805" v="1619" actId="26606"/>
          <ac:spMkLst>
            <pc:docMk/>
            <pc:sldMk cId="3936889430" sldId="256"/>
            <ac:spMk id="19" creationId="{0E91F5CA-B392-444C-88E3-BF5BAAEBDEB0}"/>
          </ac:spMkLst>
        </pc:spChg>
        <pc:spChg chg="add del">
          <ac:chgData name="Julio De Loor" userId="46f4f7b2-964b-405a-834e-ab45797ed0c3" providerId="ADAL" clId="{0C4CFCC3-0E84-4C7A-8125-90140A6DB9AC}" dt="2026-06-01T03:34:49.805" v="1619" actId="26606"/>
          <ac:spMkLst>
            <pc:docMk/>
            <pc:sldMk cId="3936889430" sldId="256"/>
            <ac:spMk id="21" creationId="{DFCA2118-59A2-4310-A4B2-F2CBA821E842}"/>
          </ac:spMkLst>
        </pc:spChg>
        <pc:spChg chg="add">
          <ac:chgData name="Julio De Loor" userId="46f4f7b2-964b-405a-834e-ab45797ed0c3" providerId="ADAL" clId="{0C4CFCC3-0E84-4C7A-8125-90140A6DB9AC}" dt="2026-06-01T03:34:49.815" v="1620" actId="26606"/>
          <ac:spMkLst>
            <pc:docMk/>
            <pc:sldMk cId="3936889430" sldId="256"/>
            <ac:spMk id="23" creationId="{93245F62-CCC4-49E4-B95B-EA6C1E790510}"/>
          </ac:spMkLst>
        </pc:spChg>
        <pc:spChg chg="add">
          <ac:chgData name="Julio De Loor" userId="46f4f7b2-964b-405a-834e-ab45797ed0c3" providerId="ADAL" clId="{0C4CFCC3-0E84-4C7A-8125-90140A6DB9AC}" dt="2026-06-01T03:34:49.815" v="1620" actId="26606"/>
          <ac:spMkLst>
            <pc:docMk/>
            <pc:sldMk cId="3936889430" sldId="256"/>
            <ac:spMk id="24" creationId="{E6C0DD6B-6AA3-448F-9B99-8386295BC1B4}"/>
          </ac:spMkLst>
        </pc:spChg>
        <pc:picChg chg="mod ord">
          <ac:chgData name="Julio De Loor" userId="46f4f7b2-964b-405a-834e-ab45797ed0c3" providerId="ADAL" clId="{0C4CFCC3-0E84-4C7A-8125-90140A6DB9AC}" dt="2026-06-01T03:34:49.815" v="1620" actId="26606"/>
          <ac:picMkLst>
            <pc:docMk/>
            <pc:sldMk cId="3936889430" sldId="256"/>
            <ac:picMk id="7" creationId="{6F419D46-76D8-E94A-B233-313FE2A9BA01}"/>
          </ac:picMkLst>
        </pc:picChg>
      </pc:sldChg>
      <pc:sldChg chg="addSp delSp modSp mod setBg">
        <pc:chgData name="Julio De Loor" userId="46f4f7b2-964b-405a-834e-ab45797ed0c3" providerId="ADAL" clId="{0C4CFCC3-0E84-4C7A-8125-90140A6DB9AC}" dt="2026-06-01T04:29:35.571" v="1788" actId="26606"/>
        <pc:sldMkLst>
          <pc:docMk/>
          <pc:sldMk cId="1786449661" sldId="257"/>
        </pc:sldMkLst>
        <pc:spChg chg="mod">
          <ac:chgData name="Julio De Loor" userId="46f4f7b2-964b-405a-834e-ab45797ed0c3" providerId="ADAL" clId="{0C4CFCC3-0E84-4C7A-8125-90140A6DB9AC}" dt="2026-06-01T04:29:35.571" v="1788" actId="26606"/>
          <ac:spMkLst>
            <pc:docMk/>
            <pc:sldMk cId="1786449661" sldId="257"/>
            <ac:spMk id="2" creationId="{2B891B3C-4473-89CB-4136-94F9C7DF58CF}"/>
          </ac:spMkLst>
        </pc:spChg>
        <pc:spChg chg="add del">
          <ac:chgData name="Julio De Loor" userId="46f4f7b2-964b-405a-834e-ab45797ed0c3" providerId="ADAL" clId="{0C4CFCC3-0E84-4C7A-8125-90140A6DB9AC}" dt="2026-06-01T03:33:07.108" v="1617" actId="26606"/>
          <ac:spMkLst>
            <pc:docMk/>
            <pc:sldMk cId="1786449661" sldId="257"/>
            <ac:spMk id="3" creationId="{E0CEA451-9B77-7CCD-6230-22B610374534}"/>
          </ac:spMkLst>
        </pc:spChg>
        <pc:spChg chg="add del">
          <ac:chgData name="Julio De Loor" userId="46f4f7b2-964b-405a-834e-ab45797ed0c3" providerId="ADAL" clId="{0C4CFCC3-0E84-4C7A-8125-90140A6DB9AC}" dt="2026-06-01T03:33:07.087" v="1616" actId="26606"/>
          <ac:spMkLst>
            <pc:docMk/>
            <pc:sldMk cId="1786449661" sldId="257"/>
            <ac:spMk id="9" creationId="{BACC6370-2D7E-4714-9D71-7542949D7D5D}"/>
          </ac:spMkLst>
        </pc:spChg>
        <pc:spChg chg="add del">
          <ac:chgData name="Julio De Loor" userId="46f4f7b2-964b-405a-834e-ab45797ed0c3" providerId="ADAL" clId="{0C4CFCC3-0E84-4C7A-8125-90140A6DB9AC}" dt="2026-06-01T03:33:07.087" v="1616" actId="26606"/>
          <ac:spMkLst>
            <pc:docMk/>
            <pc:sldMk cId="1786449661" sldId="257"/>
            <ac:spMk id="11" creationId="{F68B3F68-107C-434F-AA38-110D5EA91B85}"/>
          </ac:spMkLst>
        </pc:spChg>
        <pc:spChg chg="add del">
          <ac:chgData name="Julio De Loor" userId="46f4f7b2-964b-405a-834e-ab45797ed0c3" providerId="ADAL" clId="{0C4CFCC3-0E84-4C7A-8125-90140A6DB9AC}" dt="2026-06-01T03:33:07.087" v="1616" actId="26606"/>
          <ac:spMkLst>
            <pc:docMk/>
            <pc:sldMk cId="1786449661" sldId="257"/>
            <ac:spMk id="13" creationId="{AAD0DBB9-1A4B-4391-81D4-CB19F9AB918A}"/>
          </ac:spMkLst>
        </pc:spChg>
        <pc:spChg chg="add del">
          <ac:chgData name="Julio De Loor" userId="46f4f7b2-964b-405a-834e-ab45797ed0c3" providerId="ADAL" clId="{0C4CFCC3-0E84-4C7A-8125-90140A6DB9AC}" dt="2026-06-01T03:33:07.087" v="1616" actId="26606"/>
          <ac:spMkLst>
            <pc:docMk/>
            <pc:sldMk cId="1786449661" sldId="257"/>
            <ac:spMk id="15" creationId="{063BBA22-50EA-4C4D-BE05-F1CE4E63AA56}"/>
          </ac:spMkLst>
        </pc:spChg>
        <pc:spChg chg="add del">
          <ac:chgData name="Julio De Loor" userId="46f4f7b2-964b-405a-834e-ab45797ed0c3" providerId="ADAL" clId="{0C4CFCC3-0E84-4C7A-8125-90140A6DB9AC}" dt="2026-06-01T04:29:35.571" v="1788" actId="26606"/>
          <ac:spMkLst>
            <pc:docMk/>
            <pc:sldMk cId="1786449661" sldId="257"/>
            <ac:spMk id="22" creationId="{6C4028FD-8BAA-4A19-BFDE-594D991B7552}"/>
          </ac:spMkLst>
        </pc:spChg>
        <pc:graphicFrameChg chg="add del">
          <ac:chgData name="Julio De Loor" userId="46f4f7b2-964b-405a-834e-ab45797ed0c3" providerId="ADAL" clId="{0C4CFCC3-0E84-4C7A-8125-90140A6DB9AC}" dt="2026-06-01T03:33:07.087" v="1616" actId="26606"/>
          <ac:graphicFrameMkLst>
            <pc:docMk/>
            <pc:sldMk cId="1786449661" sldId="257"/>
            <ac:graphicFrameMk id="5" creationId="{03E7E36B-3473-7532-D177-EE27A226E0CF}"/>
          </ac:graphicFrameMkLst>
        </pc:graphicFrameChg>
        <pc:graphicFrameChg chg="add mod modGraphic">
          <ac:chgData name="Julio De Loor" userId="46f4f7b2-964b-405a-834e-ab45797ed0c3" providerId="ADAL" clId="{0C4CFCC3-0E84-4C7A-8125-90140A6DB9AC}" dt="2026-06-01T04:29:35.571" v="1788" actId="26606"/>
          <ac:graphicFrameMkLst>
            <pc:docMk/>
            <pc:sldMk cId="1786449661" sldId="257"/>
            <ac:graphicFrameMk id="17" creationId="{DED703BB-ED90-7888-4CC0-B383BE7DC48B}"/>
          </ac:graphicFrameMkLst>
        </pc:graphicFrameChg>
      </pc:sldChg>
      <pc:sldChg chg="addSp delSp modSp mod setBg">
        <pc:chgData name="Julio De Loor" userId="46f4f7b2-964b-405a-834e-ab45797ed0c3" providerId="ADAL" clId="{0C4CFCC3-0E84-4C7A-8125-90140A6DB9AC}" dt="2026-06-01T04:18:04.621" v="1773" actId="27636"/>
        <pc:sldMkLst>
          <pc:docMk/>
          <pc:sldMk cId="4036210999" sldId="258"/>
        </pc:sldMkLst>
        <pc:spChg chg="mod">
          <ac:chgData name="Julio De Loor" userId="46f4f7b2-964b-405a-834e-ab45797ed0c3" providerId="ADAL" clId="{0C4CFCC3-0E84-4C7A-8125-90140A6DB9AC}" dt="2026-06-01T04:16:34.285" v="1744" actId="26606"/>
          <ac:spMkLst>
            <pc:docMk/>
            <pc:sldMk cId="4036210999" sldId="258"/>
            <ac:spMk id="2" creationId="{B142706A-6897-94C8-DB07-465FE38A4B8F}"/>
          </ac:spMkLst>
        </pc:spChg>
        <pc:spChg chg="mod">
          <ac:chgData name="Julio De Loor" userId="46f4f7b2-964b-405a-834e-ab45797ed0c3" providerId="ADAL" clId="{0C4CFCC3-0E84-4C7A-8125-90140A6DB9AC}" dt="2026-06-01T04:18:04.621" v="1773" actId="27636"/>
          <ac:spMkLst>
            <pc:docMk/>
            <pc:sldMk cId="4036210999" sldId="258"/>
            <ac:spMk id="3" creationId="{889C2E16-8CAD-934D-F052-B02B8043B48F}"/>
          </ac:spMkLst>
        </pc:spChg>
        <pc:spChg chg="add">
          <ac:chgData name="Julio De Loor" userId="46f4f7b2-964b-405a-834e-ab45797ed0c3" providerId="ADAL" clId="{0C4CFCC3-0E84-4C7A-8125-90140A6DB9AC}" dt="2026-06-01T04:15:42.854" v="1735"/>
          <ac:spMkLst>
            <pc:docMk/>
            <pc:sldMk cId="4036210999" sldId="258"/>
            <ac:spMk id="4" creationId="{5420C7DE-8E3A-8C96-9BEF-B06B4FC6200A}"/>
          </ac:spMkLst>
        </pc:spChg>
        <pc:spChg chg="add mod">
          <ac:chgData name="Julio De Loor" userId="46f4f7b2-964b-405a-834e-ab45797ed0c3" providerId="ADAL" clId="{0C4CFCC3-0E84-4C7A-8125-90140A6DB9AC}" dt="2026-06-01T04:16:34.285" v="1744" actId="26606"/>
          <ac:spMkLst>
            <pc:docMk/>
            <pc:sldMk cId="4036210999" sldId="258"/>
            <ac:spMk id="6" creationId="{341830E4-7C23-F626-09EC-F5AAAB0D0E84}"/>
          </ac:spMkLst>
        </pc:spChg>
        <pc:spChg chg="add del">
          <ac:chgData name="Julio De Loor" userId="46f4f7b2-964b-405a-834e-ab45797ed0c3" providerId="ADAL" clId="{0C4CFCC3-0E84-4C7A-8125-90140A6DB9AC}" dt="2026-06-01T03:32:22.291" v="1612" actId="26606"/>
          <ac:spMkLst>
            <pc:docMk/>
            <pc:sldMk cId="4036210999" sldId="258"/>
            <ac:spMk id="9" creationId="{9F7D5CDA-D291-4307-BF55-1381FED29634}"/>
          </ac:spMkLst>
        </pc:spChg>
        <pc:spChg chg="add del">
          <ac:chgData name="Julio De Loor" userId="46f4f7b2-964b-405a-834e-ab45797ed0c3" providerId="ADAL" clId="{0C4CFCC3-0E84-4C7A-8125-90140A6DB9AC}" dt="2026-06-01T04:16:34.285" v="1744" actId="26606"/>
          <ac:spMkLst>
            <pc:docMk/>
            <pc:sldMk cId="4036210999" sldId="258"/>
            <ac:spMk id="14" creationId="{45D37F4E-DDB4-456B-97E0-9937730A039F}"/>
          </ac:spMkLst>
        </pc:spChg>
        <pc:spChg chg="add del">
          <ac:chgData name="Julio De Loor" userId="46f4f7b2-964b-405a-834e-ab45797ed0c3" providerId="ADAL" clId="{0C4CFCC3-0E84-4C7A-8125-90140A6DB9AC}" dt="2026-06-01T04:16:34.285" v="1744" actId="26606"/>
          <ac:spMkLst>
            <pc:docMk/>
            <pc:sldMk cId="4036210999" sldId="258"/>
            <ac:spMk id="16" creationId="{B2DD41CD-8F47-4F56-AD12-4E2FF7696987}"/>
          </ac:spMkLst>
        </pc:spChg>
        <pc:spChg chg="add del">
          <ac:chgData name="Julio De Loor" userId="46f4f7b2-964b-405a-834e-ab45797ed0c3" providerId="ADAL" clId="{0C4CFCC3-0E84-4C7A-8125-90140A6DB9AC}" dt="2026-06-01T04:16:18.498" v="1738" actId="26606"/>
          <ac:spMkLst>
            <pc:docMk/>
            <pc:sldMk cId="4036210999" sldId="258"/>
            <ac:spMk id="2059" creationId="{45D37F4E-DDB4-456B-97E0-9937730A039F}"/>
          </ac:spMkLst>
        </pc:spChg>
        <pc:spChg chg="add del">
          <ac:chgData name="Julio De Loor" userId="46f4f7b2-964b-405a-834e-ab45797ed0c3" providerId="ADAL" clId="{0C4CFCC3-0E84-4C7A-8125-90140A6DB9AC}" dt="2026-06-01T04:16:18.498" v="1738" actId="26606"/>
          <ac:spMkLst>
            <pc:docMk/>
            <pc:sldMk cId="4036210999" sldId="258"/>
            <ac:spMk id="2061" creationId="{B2DD41CD-8F47-4F56-AD12-4E2FF7696987}"/>
          </ac:spMkLst>
        </pc:spChg>
        <pc:spChg chg="add del">
          <ac:chgData name="Julio De Loor" userId="46f4f7b2-964b-405a-834e-ab45797ed0c3" providerId="ADAL" clId="{0C4CFCC3-0E84-4C7A-8125-90140A6DB9AC}" dt="2026-06-01T04:16:19.546" v="1740" actId="26606"/>
          <ac:spMkLst>
            <pc:docMk/>
            <pc:sldMk cId="4036210999" sldId="258"/>
            <ac:spMk id="2063" creationId="{743AA782-23D1-4521-8CAD-47662984AA08}"/>
          </ac:spMkLst>
        </pc:spChg>
        <pc:spChg chg="add del">
          <ac:chgData name="Julio De Loor" userId="46f4f7b2-964b-405a-834e-ab45797ed0c3" providerId="ADAL" clId="{0C4CFCC3-0E84-4C7A-8125-90140A6DB9AC}" dt="2026-06-01T04:16:19.546" v="1740" actId="26606"/>
          <ac:spMkLst>
            <pc:docMk/>
            <pc:sldMk cId="4036210999" sldId="258"/>
            <ac:spMk id="2064" creationId="{650D18FE-0824-4A46-B22C-A86B52E5780A}"/>
          </ac:spMkLst>
        </pc:spChg>
        <pc:spChg chg="add del">
          <ac:chgData name="Julio De Loor" userId="46f4f7b2-964b-405a-834e-ab45797ed0c3" providerId="ADAL" clId="{0C4CFCC3-0E84-4C7A-8125-90140A6DB9AC}" dt="2026-06-01T04:16:34.285" v="1744" actId="26606"/>
          <ac:spMkLst>
            <pc:docMk/>
            <pc:sldMk cId="4036210999" sldId="258"/>
            <ac:spMk id="2066" creationId="{45D37F4E-DDB4-456B-97E0-9937730A039F}"/>
          </ac:spMkLst>
        </pc:spChg>
        <pc:spChg chg="add del">
          <ac:chgData name="Julio De Loor" userId="46f4f7b2-964b-405a-834e-ab45797ed0c3" providerId="ADAL" clId="{0C4CFCC3-0E84-4C7A-8125-90140A6DB9AC}" dt="2026-06-01T04:16:34.285" v="1744" actId="26606"/>
          <ac:spMkLst>
            <pc:docMk/>
            <pc:sldMk cId="4036210999" sldId="258"/>
            <ac:spMk id="2067" creationId="{B2DD41CD-8F47-4F56-AD12-4E2FF7696987}"/>
          </ac:spMkLst>
        </pc:spChg>
        <pc:picChg chg="add mod">
          <ac:chgData name="Julio De Loor" userId="46f4f7b2-964b-405a-834e-ab45797ed0c3" providerId="ADAL" clId="{0C4CFCC3-0E84-4C7A-8125-90140A6DB9AC}" dt="2026-06-01T04:16:19.546" v="1740" actId="26606"/>
          <ac:picMkLst>
            <pc:docMk/>
            <pc:sldMk cId="4036210999" sldId="258"/>
            <ac:picMk id="5" creationId="{36FCD126-83C7-1E45-12EC-B84C0123E011}"/>
          </ac:picMkLst>
        </pc:picChg>
        <pc:picChg chg="add">
          <ac:chgData name="Julio De Loor" userId="46f4f7b2-964b-405a-834e-ab45797ed0c3" providerId="ADAL" clId="{0C4CFCC3-0E84-4C7A-8125-90140A6DB9AC}" dt="2026-06-01T04:15:42.854" v="1735"/>
          <ac:picMkLst>
            <pc:docMk/>
            <pc:sldMk cId="4036210999" sldId="258"/>
            <ac:picMk id="2050" creationId="{19B7804E-0CF0-2B17-662A-4A34F333BD42}"/>
          </ac:picMkLst>
        </pc:picChg>
        <pc:picChg chg="add">
          <ac:chgData name="Julio De Loor" userId="46f4f7b2-964b-405a-834e-ab45797ed0c3" providerId="ADAL" clId="{0C4CFCC3-0E84-4C7A-8125-90140A6DB9AC}" dt="2026-06-01T04:15:42.854" v="1735"/>
          <ac:picMkLst>
            <pc:docMk/>
            <pc:sldMk cId="4036210999" sldId="258"/>
            <ac:picMk id="2051" creationId="{E463EF24-D33F-4E30-8953-AA3892EB1354}"/>
          </ac:picMkLst>
        </pc:picChg>
        <pc:picChg chg="add">
          <ac:chgData name="Julio De Loor" userId="46f4f7b2-964b-405a-834e-ab45797ed0c3" providerId="ADAL" clId="{0C4CFCC3-0E84-4C7A-8125-90140A6DB9AC}" dt="2026-06-01T04:16:07.786" v="1736"/>
          <ac:picMkLst>
            <pc:docMk/>
            <pc:sldMk cId="4036210999" sldId="258"/>
            <ac:picMk id="2053" creationId="{08AF9355-94D2-B35F-0B1D-CA4BF5753F4F}"/>
          </ac:picMkLst>
        </pc:picChg>
        <pc:picChg chg="add">
          <ac:chgData name="Julio De Loor" userId="46f4f7b2-964b-405a-834e-ab45797ed0c3" providerId="ADAL" clId="{0C4CFCC3-0E84-4C7A-8125-90140A6DB9AC}" dt="2026-06-01T04:16:07.786" v="1736"/>
          <ac:picMkLst>
            <pc:docMk/>
            <pc:sldMk cId="4036210999" sldId="258"/>
            <ac:picMk id="2054" creationId="{14EAFC37-2E34-06B4-73AE-84A8B6AB28D3}"/>
          </ac:picMkLst>
        </pc:picChg>
      </pc:sldChg>
      <pc:sldChg chg="addSp delSp modSp mod setBg">
        <pc:chgData name="Julio De Loor" userId="46f4f7b2-964b-405a-834e-ab45797ed0c3" providerId="ADAL" clId="{0C4CFCC3-0E84-4C7A-8125-90140A6DB9AC}" dt="2026-06-01T04:07:59.597" v="1687" actId="20577"/>
        <pc:sldMkLst>
          <pc:docMk/>
          <pc:sldMk cId="3963161526" sldId="259"/>
        </pc:sldMkLst>
        <pc:spChg chg="mod">
          <ac:chgData name="Julio De Loor" userId="46f4f7b2-964b-405a-834e-ab45797ed0c3" providerId="ADAL" clId="{0C4CFCC3-0E84-4C7A-8125-90140A6DB9AC}" dt="2026-06-01T03:31:07.025" v="1593" actId="26606"/>
          <ac:spMkLst>
            <pc:docMk/>
            <pc:sldMk cId="3963161526" sldId="259"/>
            <ac:spMk id="2" creationId="{0EDAB5F8-7237-C75E-D9A8-DB9745889B67}"/>
          </ac:spMkLst>
        </pc:spChg>
        <pc:spChg chg="del mod">
          <ac:chgData name="Julio De Loor" userId="46f4f7b2-964b-405a-834e-ab45797ed0c3" providerId="ADAL" clId="{0C4CFCC3-0E84-4C7A-8125-90140A6DB9AC}" dt="2026-06-01T03:31:07.025" v="1593" actId="26606"/>
          <ac:spMkLst>
            <pc:docMk/>
            <pc:sldMk cId="3963161526" sldId="259"/>
            <ac:spMk id="3" creationId="{47D29B08-92B5-2264-8D93-CABC842B5498}"/>
          </ac:spMkLst>
        </pc:spChg>
        <pc:spChg chg="add">
          <ac:chgData name="Julio De Loor" userId="46f4f7b2-964b-405a-834e-ab45797ed0c3" providerId="ADAL" clId="{0C4CFCC3-0E84-4C7A-8125-90140A6DB9AC}" dt="2026-06-01T03:31:07.025" v="1593" actId="26606"/>
          <ac:spMkLst>
            <pc:docMk/>
            <pc:sldMk cId="3963161526" sldId="259"/>
            <ac:spMk id="9" creationId="{2659FDB4-FCBE-4A89-B46D-43D4FA54464D}"/>
          </ac:spMkLst>
        </pc:spChg>
        <pc:graphicFrameChg chg="add mod modGraphic">
          <ac:chgData name="Julio De Loor" userId="46f4f7b2-964b-405a-834e-ab45797ed0c3" providerId="ADAL" clId="{0C4CFCC3-0E84-4C7A-8125-90140A6DB9AC}" dt="2026-06-01T04:07:59.597" v="1687" actId="20577"/>
          <ac:graphicFrameMkLst>
            <pc:docMk/>
            <pc:sldMk cId="3963161526" sldId="259"/>
            <ac:graphicFrameMk id="5" creationId="{CBC3CDC4-0A7C-F4C2-460F-F041164C756F}"/>
          </ac:graphicFrameMkLst>
        </pc:graphicFrameChg>
        <pc:cxnChg chg="add">
          <ac:chgData name="Julio De Loor" userId="46f4f7b2-964b-405a-834e-ab45797ed0c3" providerId="ADAL" clId="{0C4CFCC3-0E84-4C7A-8125-90140A6DB9AC}" dt="2026-06-01T03:31:07.025" v="1593" actId="26606"/>
          <ac:cxnSpMkLst>
            <pc:docMk/>
            <pc:sldMk cId="3963161526" sldId="259"/>
            <ac:cxnSpMk id="11" creationId="{C8F51B3F-8331-4E4A-AE96-D47B1006EEAD}"/>
          </ac:cxnSpMkLst>
        </pc:cxnChg>
      </pc:sldChg>
      <pc:sldChg chg="addSp delSp modSp new mod setBg">
        <pc:chgData name="Julio De Loor" userId="46f4f7b2-964b-405a-834e-ab45797ed0c3" providerId="ADAL" clId="{0C4CFCC3-0E84-4C7A-8125-90140A6DB9AC}" dt="2026-06-01T03:05:52.373" v="1548" actId="26606"/>
        <pc:sldMkLst>
          <pc:docMk/>
          <pc:sldMk cId="72183488" sldId="260"/>
        </pc:sldMkLst>
        <pc:spChg chg="del">
          <ac:chgData name="Julio De Loor" userId="46f4f7b2-964b-405a-834e-ab45797ed0c3" providerId="ADAL" clId="{0C4CFCC3-0E84-4C7A-8125-90140A6DB9AC}" dt="2026-06-01T03:05:52.373" v="1548" actId="26606"/>
          <ac:spMkLst>
            <pc:docMk/>
            <pc:sldMk cId="72183488" sldId="260"/>
            <ac:spMk id="2" creationId="{DFB3E15E-F66B-AD67-05A5-FD42745723EC}"/>
          </ac:spMkLst>
        </pc:spChg>
        <pc:spChg chg="del">
          <ac:chgData name="Julio De Loor" userId="46f4f7b2-964b-405a-834e-ab45797ed0c3" providerId="ADAL" clId="{0C4CFCC3-0E84-4C7A-8125-90140A6DB9AC}" dt="2026-06-01T03:05:52.373" v="1548" actId="26606"/>
          <ac:spMkLst>
            <pc:docMk/>
            <pc:sldMk cId="72183488" sldId="260"/>
            <ac:spMk id="3" creationId="{4C9AA157-0481-A79B-F347-73CEBC511995}"/>
          </ac:spMkLst>
        </pc:spChg>
        <pc:spChg chg="add">
          <ac:chgData name="Julio De Loor" userId="46f4f7b2-964b-405a-834e-ab45797ed0c3" providerId="ADAL" clId="{0C4CFCC3-0E84-4C7A-8125-90140A6DB9AC}" dt="2026-06-01T03:05:52.373" v="1548" actId="26606"/>
          <ac:spMkLst>
            <pc:docMk/>
            <pc:sldMk cId="72183488" sldId="260"/>
            <ac:spMk id="9" creationId="{42A4FC2C-047E-45A5-965D-8E1E3BF09BC6}"/>
          </ac:spMkLst>
        </pc:spChg>
        <pc:picChg chg="add mod">
          <ac:chgData name="Julio De Loor" userId="46f4f7b2-964b-405a-834e-ab45797ed0c3" providerId="ADAL" clId="{0C4CFCC3-0E84-4C7A-8125-90140A6DB9AC}" dt="2026-06-01T03:05:52.373" v="1548" actId="26606"/>
          <ac:picMkLst>
            <pc:docMk/>
            <pc:sldMk cId="72183488" sldId="260"/>
            <ac:picMk id="4" creationId="{729F2F00-4796-0688-6469-ED62F2533CC1}"/>
          </ac:picMkLst>
        </pc:picChg>
      </pc:sldChg>
      <pc:sldChg chg="addSp delSp modSp new mod setBg">
        <pc:chgData name="Julio De Loor" userId="46f4f7b2-964b-405a-834e-ab45797ed0c3" providerId="ADAL" clId="{0C4CFCC3-0E84-4C7A-8125-90140A6DB9AC}" dt="2026-06-01T03:28:36.832" v="1580" actId="14100"/>
        <pc:sldMkLst>
          <pc:docMk/>
          <pc:sldMk cId="3935725300" sldId="261"/>
        </pc:sldMkLst>
        <pc:spChg chg="del mod">
          <ac:chgData name="Julio De Loor" userId="46f4f7b2-964b-405a-834e-ab45797ed0c3" providerId="ADAL" clId="{0C4CFCC3-0E84-4C7A-8125-90140A6DB9AC}" dt="2026-06-01T03:19:14.340" v="1555" actId="26606"/>
          <ac:spMkLst>
            <pc:docMk/>
            <pc:sldMk cId="3935725300" sldId="261"/>
            <ac:spMk id="2" creationId="{40624F68-A795-462C-EE5B-420C9458C2FB}"/>
          </ac:spMkLst>
        </pc:spChg>
        <pc:spChg chg="del">
          <ac:chgData name="Julio De Loor" userId="46f4f7b2-964b-405a-834e-ab45797ed0c3" providerId="ADAL" clId="{0C4CFCC3-0E84-4C7A-8125-90140A6DB9AC}" dt="2026-06-01T03:19:14.340" v="1555" actId="26606"/>
          <ac:spMkLst>
            <pc:docMk/>
            <pc:sldMk cId="3935725300" sldId="261"/>
            <ac:spMk id="3" creationId="{F3BBAA2F-1313-068A-E2BD-6A3E80D79F5C}"/>
          </ac:spMkLst>
        </pc:spChg>
        <pc:spChg chg="add del mod">
          <ac:chgData name="Julio De Loor" userId="46f4f7b2-964b-405a-834e-ab45797ed0c3" providerId="ADAL" clId="{0C4CFCC3-0E84-4C7A-8125-90140A6DB9AC}" dt="2026-06-01T03:20:01.788" v="1560"/>
          <ac:spMkLst>
            <pc:docMk/>
            <pc:sldMk cId="3935725300" sldId="261"/>
            <ac:spMk id="4" creationId="{FF3ABD7F-D5F8-DB36-5964-CDC96025C9FB}"/>
          </ac:spMkLst>
        </pc:spChg>
        <pc:spChg chg="add del mod">
          <ac:chgData name="Julio De Loor" userId="46f4f7b2-964b-405a-834e-ab45797ed0c3" providerId="ADAL" clId="{0C4CFCC3-0E84-4C7A-8125-90140A6DB9AC}" dt="2026-06-01T03:27:04.643" v="1568" actId="26606"/>
          <ac:spMkLst>
            <pc:docMk/>
            <pc:sldMk cId="3935725300" sldId="261"/>
            <ac:spMk id="10" creationId="{7EB30C37-88B2-2FEB-E7EC-91DE5E49B363}"/>
          </ac:spMkLst>
        </pc:spChg>
        <pc:spChg chg="add del mod">
          <ac:chgData name="Julio De Loor" userId="46f4f7b2-964b-405a-834e-ab45797ed0c3" providerId="ADAL" clId="{0C4CFCC3-0E84-4C7A-8125-90140A6DB9AC}" dt="2026-06-01T03:28:19.949" v="1575"/>
          <ac:spMkLst>
            <pc:docMk/>
            <pc:sldMk cId="3935725300" sldId="261"/>
            <ac:spMk id="12" creationId="{2ECCAD0D-FD58-C038-A6D7-744BDA9088E5}"/>
          </ac:spMkLst>
        </pc:spChg>
        <pc:spChg chg="add">
          <ac:chgData name="Julio De Loor" userId="46f4f7b2-964b-405a-834e-ab45797ed0c3" providerId="ADAL" clId="{0C4CFCC3-0E84-4C7A-8125-90140A6DB9AC}" dt="2026-06-01T03:19:14.340" v="1555" actId="26606"/>
          <ac:spMkLst>
            <pc:docMk/>
            <pc:sldMk cId="3935725300" sldId="261"/>
            <ac:spMk id="1031" creationId="{F3060C83-F051-4F0E-ABAD-AA0DFC48B218}"/>
          </ac:spMkLst>
        </pc:spChg>
        <pc:spChg chg="add">
          <ac:chgData name="Julio De Loor" userId="46f4f7b2-964b-405a-834e-ab45797ed0c3" providerId="ADAL" clId="{0C4CFCC3-0E84-4C7A-8125-90140A6DB9AC}" dt="2026-06-01T03:19:14.340" v="1555" actId="26606"/>
          <ac:spMkLst>
            <pc:docMk/>
            <pc:sldMk cId="3935725300" sldId="261"/>
            <ac:spMk id="1033" creationId="{83C98ABE-055B-441F-B07E-44F97F083C39}"/>
          </ac:spMkLst>
        </pc:spChg>
        <pc:spChg chg="add del">
          <ac:chgData name="Julio De Loor" userId="46f4f7b2-964b-405a-834e-ab45797ed0c3" providerId="ADAL" clId="{0C4CFCC3-0E84-4C7A-8125-90140A6DB9AC}" dt="2026-06-01T03:27:04.643" v="1568" actId="26606"/>
          <ac:spMkLst>
            <pc:docMk/>
            <pc:sldMk cId="3935725300" sldId="261"/>
            <ac:spMk id="1035" creationId="{29FDB030-9B49-4CED-8CCD-4D99382388AC}"/>
          </ac:spMkLst>
        </pc:spChg>
        <pc:spChg chg="add del">
          <ac:chgData name="Julio De Loor" userId="46f4f7b2-964b-405a-834e-ab45797ed0c3" providerId="ADAL" clId="{0C4CFCC3-0E84-4C7A-8125-90140A6DB9AC}" dt="2026-06-01T03:27:04.643" v="1568" actId="26606"/>
          <ac:spMkLst>
            <pc:docMk/>
            <pc:sldMk cId="3935725300" sldId="261"/>
            <ac:spMk id="1037" creationId="{3783CA14-24A1-485C-8B30-D6A5D87987AD}"/>
          </ac:spMkLst>
        </pc:spChg>
        <pc:spChg chg="add del">
          <ac:chgData name="Julio De Loor" userId="46f4f7b2-964b-405a-834e-ab45797ed0c3" providerId="ADAL" clId="{0C4CFCC3-0E84-4C7A-8125-90140A6DB9AC}" dt="2026-06-01T03:27:04.643" v="1568" actId="26606"/>
          <ac:spMkLst>
            <pc:docMk/>
            <pc:sldMk cId="3935725300" sldId="261"/>
            <ac:spMk id="1039" creationId="{9A97C86A-04D6-40F7-AE84-31AB43E6A846}"/>
          </ac:spMkLst>
        </pc:spChg>
        <pc:spChg chg="add del">
          <ac:chgData name="Julio De Loor" userId="46f4f7b2-964b-405a-834e-ab45797ed0c3" providerId="ADAL" clId="{0C4CFCC3-0E84-4C7A-8125-90140A6DB9AC}" dt="2026-06-01T03:27:04.643" v="1568" actId="26606"/>
          <ac:spMkLst>
            <pc:docMk/>
            <pc:sldMk cId="3935725300" sldId="261"/>
            <ac:spMk id="1041" creationId="{FF9F2414-84E8-453E-B1F3-389FDE8192D9}"/>
          </ac:spMkLst>
        </pc:spChg>
        <pc:spChg chg="add">
          <ac:chgData name="Julio De Loor" userId="46f4f7b2-964b-405a-834e-ab45797ed0c3" providerId="ADAL" clId="{0C4CFCC3-0E84-4C7A-8125-90140A6DB9AC}" dt="2026-06-01T03:19:14.340" v="1555" actId="26606"/>
          <ac:spMkLst>
            <pc:docMk/>
            <pc:sldMk cId="3935725300" sldId="261"/>
            <ac:spMk id="1043" creationId="{3ECA69A1-7536-43AC-85EF-C7106179F5ED}"/>
          </ac:spMkLst>
        </pc:spChg>
        <pc:spChg chg="add">
          <ac:chgData name="Julio De Loor" userId="46f4f7b2-964b-405a-834e-ab45797ed0c3" providerId="ADAL" clId="{0C4CFCC3-0E84-4C7A-8125-90140A6DB9AC}" dt="2026-06-01T03:27:04.643" v="1568" actId="26606"/>
          <ac:spMkLst>
            <pc:docMk/>
            <pc:sldMk cId="3935725300" sldId="261"/>
            <ac:spMk id="1048" creationId="{F3060C83-F051-4F0E-ABAD-AA0DFC48B218}"/>
          </ac:spMkLst>
        </pc:spChg>
        <pc:spChg chg="add">
          <ac:chgData name="Julio De Loor" userId="46f4f7b2-964b-405a-834e-ab45797ed0c3" providerId="ADAL" clId="{0C4CFCC3-0E84-4C7A-8125-90140A6DB9AC}" dt="2026-06-01T03:27:04.643" v="1568" actId="26606"/>
          <ac:spMkLst>
            <pc:docMk/>
            <pc:sldMk cId="3935725300" sldId="261"/>
            <ac:spMk id="1052" creationId="{29FDB030-9B49-4CED-8CCD-4D99382388AC}"/>
          </ac:spMkLst>
        </pc:spChg>
        <pc:spChg chg="add">
          <ac:chgData name="Julio De Loor" userId="46f4f7b2-964b-405a-834e-ab45797ed0c3" providerId="ADAL" clId="{0C4CFCC3-0E84-4C7A-8125-90140A6DB9AC}" dt="2026-06-01T03:27:04.643" v="1568" actId="26606"/>
          <ac:spMkLst>
            <pc:docMk/>
            <pc:sldMk cId="3935725300" sldId="261"/>
            <ac:spMk id="1054" creationId="{3783CA14-24A1-485C-8B30-D6A5D87987AD}"/>
          </ac:spMkLst>
        </pc:spChg>
        <pc:spChg chg="add">
          <ac:chgData name="Julio De Loor" userId="46f4f7b2-964b-405a-834e-ab45797ed0c3" providerId="ADAL" clId="{0C4CFCC3-0E84-4C7A-8125-90140A6DB9AC}" dt="2026-06-01T03:27:04.643" v="1568" actId="26606"/>
          <ac:spMkLst>
            <pc:docMk/>
            <pc:sldMk cId="3935725300" sldId="261"/>
            <ac:spMk id="1058" creationId="{FF9F2414-84E8-453E-B1F3-389FDE8192D9}"/>
          </ac:spMkLst>
        </pc:spChg>
        <pc:spChg chg="add">
          <ac:chgData name="Julio De Loor" userId="46f4f7b2-964b-405a-834e-ab45797ed0c3" providerId="ADAL" clId="{0C4CFCC3-0E84-4C7A-8125-90140A6DB9AC}" dt="2026-06-01T03:27:04.643" v="1568" actId="26606"/>
          <ac:spMkLst>
            <pc:docMk/>
            <pc:sldMk cId="3935725300" sldId="261"/>
            <ac:spMk id="1060" creationId="{3ECA69A1-7536-43AC-85EF-C7106179F5ED}"/>
          </ac:spMkLst>
        </pc:spChg>
        <pc:picChg chg="add del mod ord">
          <ac:chgData name="Julio De Loor" userId="46f4f7b2-964b-405a-834e-ab45797ed0c3" providerId="ADAL" clId="{0C4CFCC3-0E84-4C7A-8125-90140A6DB9AC}" dt="2026-06-01T03:26:59.880" v="1567" actId="478"/>
          <ac:picMkLst>
            <pc:docMk/>
            <pc:sldMk cId="3935725300" sldId="261"/>
            <ac:picMk id="6" creationId="{92045E06-5ACE-23DF-55BA-39161D723E09}"/>
          </ac:picMkLst>
        </pc:picChg>
        <pc:picChg chg="add del mod">
          <ac:chgData name="Julio De Loor" userId="46f4f7b2-964b-405a-834e-ab45797ed0c3" providerId="ADAL" clId="{0C4CFCC3-0E84-4C7A-8125-90140A6DB9AC}" dt="2026-06-01T03:28:14.739" v="1573" actId="478"/>
          <ac:picMkLst>
            <pc:docMk/>
            <pc:sldMk cId="3935725300" sldId="261"/>
            <ac:picMk id="8" creationId="{A4034A16-9447-1878-9472-2A84B5FBD7EB}"/>
          </ac:picMkLst>
        </pc:picChg>
        <pc:picChg chg="add mod ord">
          <ac:chgData name="Julio De Loor" userId="46f4f7b2-964b-405a-834e-ab45797ed0c3" providerId="ADAL" clId="{0C4CFCC3-0E84-4C7A-8125-90140A6DB9AC}" dt="2026-06-01T03:28:36.832" v="1580" actId="14100"/>
          <ac:picMkLst>
            <pc:docMk/>
            <pc:sldMk cId="3935725300" sldId="261"/>
            <ac:picMk id="14" creationId="{6D7EC061-ECBF-621F-6B3B-3456BFAB0BB5}"/>
          </ac:picMkLst>
        </pc:picChg>
        <pc:picChg chg="add del mod">
          <ac:chgData name="Julio De Loor" userId="46f4f7b2-964b-405a-834e-ab45797ed0c3" providerId="ADAL" clId="{0C4CFCC3-0E84-4C7A-8125-90140A6DB9AC}" dt="2026-06-01T03:19:22.794" v="1558" actId="478"/>
          <ac:picMkLst>
            <pc:docMk/>
            <pc:sldMk cId="3935725300" sldId="261"/>
            <ac:picMk id="1026" creationId="{B2F48EF7-FF6F-2C89-10BD-085046F1BA69}"/>
          </ac:picMkLst>
        </pc:picChg>
      </pc:sldChg>
      <pc:sldChg chg="addSp delSp modSp new mod setBg">
        <pc:chgData name="Julio De Loor" userId="46f4f7b2-964b-405a-834e-ab45797ed0c3" providerId="ADAL" clId="{0C4CFCC3-0E84-4C7A-8125-90140A6DB9AC}" dt="2026-06-01T03:30:59.788" v="1592"/>
        <pc:sldMkLst>
          <pc:docMk/>
          <pc:sldMk cId="674676855" sldId="262"/>
        </pc:sldMkLst>
        <pc:spChg chg="mod">
          <ac:chgData name="Julio De Loor" userId="46f4f7b2-964b-405a-834e-ab45797ed0c3" providerId="ADAL" clId="{0C4CFCC3-0E84-4C7A-8125-90140A6DB9AC}" dt="2026-06-01T03:30:54.670" v="1590" actId="26606"/>
          <ac:spMkLst>
            <pc:docMk/>
            <pc:sldMk cId="674676855" sldId="262"/>
            <ac:spMk id="2" creationId="{5F77B74C-1327-2F97-64C0-48706868FE7C}"/>
          </ac:spMkLst>
        </pc:spChg>
        <pc:spChg chg="del mod">
          <ac:chgData name="Julio De Loor" userId="46f4f7b2-964b-405a-834e-ab45797ed0c3" providerId="ADAL" clId="{0C4CFCC3-0E84-4C7A-8125-90140A6DB9AC}" dt="2026-06-01T03:30:54.670" v="1590" actId="26606"/>
          <ac:spMkLst>
            <pc:docMk/>
            <pc:sldMk cId="674676855" sldId="262"/>
            <ac:spMk id="3" creationId="{87C9CDCD-466D-2099-E1BA-EC4C41729EBB}"/>
          </ac:spMkLst>
        </pc:spChg>
        <pc:spChg chg="add del mod">
          <ac:chgData name="Julio De Loor" userId="46f4f7b2-964b-405a-834e-ab45797ed0c3" providerId="ADAL" clId="{0C4CFCC3-0E84-4C7A-8125-90140A6DB9AC}" dt="2026-06-01T03:30:59.788" v="1592"/>
          <ac:spMkLst>
            <pc:docMk/>
            <pc:sldMk cId="674676855" sldId="262"/>
            <ac:spMk id="5" creationId="{7C96269C-083D-C8D9-7C3A-5510C94B242C}"/>
          </ac:spMkLst>
        </pc:spChg>
        <pc:spChg chg="add del">
          <ac:chgData name="Julio De Loor" userId="46f4f7b2-964b-405a-834e-ab45797ed0c3" providerId="ADAL" clId="{0C4CFCC3-0E84-4C7A-8125-90140A6DB9AC}" dt="2026-06-01T03:30:54.636" v="1589" actId="26606"/>
          <ac:spMkLst>
            <pc:docMk/>
            <pc:sldMk cId="674676855" sldId="262"/>
            <ac:spMk id="11" creationId="{3ECBE1F1-D69B-4AFA-ABD5-8E41720EF6DE}"/>
          </ac:spMkLst>
        </pc:spChg>
        <pc:spChg chg="add del">
          <ac:chgData name="Julio De Loor" userId="46f4f7b2-964b-405a-834e-ab45797ed0c3" providerId="ADAL" clId="{0C4CFCC3-0E84-4C7A-8125-90140A6DB9AC}" dt="2026-06-01T03:30:54.636" v="1589" actId="26606"/>
          <ac:spMkLst>
            <pc:docMk/>
            <pc:sldMk cId="674676855" sldId="262"/>
            <ac:spMk id="13" creationId="{603A6265-E10C-4B85-9C20-E75FCAF9CC63}"/>
          </ac:spMkLst>
        </pc:spChg>
        <pc:spChg chg="add">
          <ac:chgData name="Julio De Loor" userId="46f4f7b2-964b-405a-834e-ab45797ed0c3" providerId="ADAL" clId="{0C4CFCC3-0E84-4C7A-8125-90140A6DB9AC}" dt="2026-06-01T03:30:54.670" v="1590" actId="26606"/>
          <ac:spMkLst>
            <pc:docMk/>
            <pc:sldMk cId="674676855" sldId="262"/>
            <ac:spMk id="15" creationId="{2659FDB4-FCBE-4A89-B46D-43D4FA54464D}"/>
          </ac:spMkLst>
        </pc:spChg>
        <pc:graphicFrameChg chg="add">
          <ac:chgData name="Julio De Loor" userId="46f4f7b2-964b-405a-834e-ab45797ed0c3" providerId="ADAL" clId="{0C4CFCC3-0E84-4C7A-8125-90140A6DB9AC}" dt="2026-06-01T03:30:54.670" v="1590" actId="26606"/>
          <ac:graphicFrameMkLst>
            <pc:docMk/>
            <pc:sldMk cId="674676855" sldId="262"/>
            <ac:graphicFrameMk id="17" creationId="{5D4E75A6-BCDC-2FA1-20EC-0193E81A695F}"/>
          </ac:graphicFrameMkLst>
        </pc:graphicFrameChg>
        <pc:picChg chg="add del">
          <ac:chgData name="Julio De Loor" userId="46f4f7b2-964b-405a-834e-ab45797ed0c3" providerId="ADAL" clId="{0C4CFCC3-0E84-4C7A-8125-90140A6DB9AC}" dt="2026-06-01T03:30:54.636" v="1589" actId="26606"/>
          <ac:picMkLst>
            <pc:docMk/>
            <pc:sldMk cId="674676855" sldId="262"/>
            <ac:picMk id="7" creationId="{0EADBD15-B498-5B1B-F361-70BC1FED386E}"/>
          </ac:picMkLst>
        </pc:picChg>
        <pc:cxnChg chg="add">
          <ac:chgData name="Julio De Loor" userId="46f4f7b2-964b-405a-834e-ab45797ed0c3" providerId="ADAL" clId="{0C4CFCC3-0E84-4C7A-8125-90140A6DB9AC}" dt="2026-06-01T03:30:54.670" v="1590" actId="26606"/>
          <ac:cxnSpMkLst>
            <pc:docMk/>
            <pc:sldMk cId="674676855" sldId="262"/>
            <ac:cxnSpMk id="16" creationId="{C8F51B3F-8331-4E4A-AE96-D47B1006EEAD}"/>
          </ac:cxnSpMkLst>
        </pc:cxn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9971BA6C-CD49-474A-8D33-731BD97450F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34FD6BF-2CDC-49D4-AE8D-06E69D554650}">
      <dgm:prSet/>
      <dgm:spPr/>
      <dgm:t>
        <a:bodyPr/>
        <a:lstStyle/>
        <a:p>
          <a:pPr>
            <a:lnSpc>
              <a:spcPct val="100000"/>
            </a:lnSpc>
          </a:pPr>
          <a:r>
            <a:rPr lang="es-US" b="1"/>
            <a:t>Introducción</a:t>
          </a:r>
          <a:endParaRPr lang="en-US"/>
        </a:p>
      </dgm:t>
    </dgm:pt>
    <dgm:pt modelId="{D6AAE0D5-6F5B-4F45-8D88-243259C6C4BB}" type="parTrans" cxnId="{936E3063-AAE6-492A-8664-F567263384EC}">
      <dgm:prSet/>
      <dgm:spPr/>
      <dgm:t>
        <a:bodyPr/>
        <a:lstStyle/>
        <a:p>
          <a:endParaRPr lang="en-US"/>
        </a:p>
      </dgm:t>
    </dgm:pt>
    <dgm:pt modelId="{0CF414AB-5312-4628-BC89-4F2A679B221E}" type="sibTrans" cxnId="{936E3063-AAE6-492A-8664-F567263384EC}">
      <dgm:prSet/>
      <dgm:spPr/>
      <dgm:t>
        <a:bodyPr/>
        <a:lstStyle/>
        <a:p>
          <a:endParaRPr lang="en-US"/>
        </a:p>
      </dgm:t>
    </dgm:pt>
    <dgm:pt modelId="{8EEAFCCF-E127-4AE8-913F-98947961D956}">
      <dgm:prSet/>
      <dgm:spPr/>
      <dgm:t>
        <a:bodyPr/>
        <a:lstStyle/>
        <a:p>
          <a:pPr>
            <a:lnSpc>
              <a:spcPct val="100000"/>
            </a:lnSpc>
          </a:pPr>
          <a:r>
            <a:rPr lang="es-US"/>
            <a:t>En esta actividad se realizó el análisis y diseño inicial de un software antes de comenzar la programación. </a:t>
          </a:r>
          <a:br>
            <a:rPr lang="es-US"/>
          </a:br>
          <a:r>
            <a:rPr lang="es-US"/>
            <a:t>El programa seleccionado fue el </a:t>
          </a:r>
          <a:r>
            <a:rPr lang="es-US" b="1"/>
            <a:t>“Juego del Ahorcado”.</a:t>
          </a:r>
          <a:endParaRPr lang="en-US" dirty="0"/>
        </a:p>
      </dgm:t>
    </dgm:pt>
    <dgm:pt modelId="{96EAE949-864F-4C26-A20E-D57372FD6C09}" type="parTrans" cxnId="{2D43518C-8F03-49E1-9916-3A559EAEE9AD}">
      <dgm:prSet/>
      <dgm:spPr/>
      <dgm:t>
        <a:bodyPr/>
        <a:lstStyle/>
        <a:p>
          <a:endParaRPr lang="en-US"/>
        </a:p>
      </dgm:t>
    </dgm:pt>
    <dgm:pt modelId="{FBACE156-07C9-4701-937F-3AF709131922}" type="sibTrans" cxnId="{2D43518C-8F03-49E1-9916-3A559EAEE9AD}">
      <dgm:prSet/>
      <dgm:spPr/>
      <dgm:t>
        <a:bodyPr/>
        <a:lstStyle/>
        <a:p>
          <a:endParaRPr lang="en-US"/>
        </a:p>
      </dgm:t>
    </dgm:pt>
    <dgm:pt modelId="{5E99BC8E-6144-49EB-BBFE-AC7F80557075}">
      <dgm:prSet/>
      <dgm:spPr/>
      <dgm:t>
        <a:bodyPr/>
        <a:lstStyle/>
        <a:p>
          <a:pPr>
            <a:lnSpc>
              <a:spcPct val="100000"/>
            </a:lnSpc>
          </a:pPr>
          <a:r>
            <a:rPr lang="es-US"/>
            <a:t>El objetivo principal es diseñar los diagramas funcionales y la arquitectura del sistema para comprender cómo funcionará el programa y cómo interactuará el usuario con él.</a:t>
          </a:r>
          <a:endParaRPr lang="en-US" dirty="0"/>
        </a:p>
      </dgm:t>
    </dgm:pt>
    <dgm:pt modelId="{AC7AA3A0-E068-483E-BAB6-E28CBE5D3197}" type="parTrans" cxnId="{FAD421F7-73BA-4E76-8A2B-EF91DA627031}">
      <dgm:prSet/>
      <dgm:spPr/>
      <dgm:t>
        <a:bodyPr/>
        <a:lstStyle/>
        <a:p>
          <a:endParaRPr lang="en-US"/>
        </a:p>
      </dgm:t>
    </dgm:pt>
    <dgm:pt modelId="{0BEBB72A-C9D9-45FD-9E49-57B1DDA1BBA1}" type="sibTrans" cxnId="{FAD421F7-73BA-4E76-8A2B-EF91DA627031}">
      <dgm:prSet/>
      <dgm:spPr/>
      <dgm:t>
        <a:bodyPr/>
        <a:lstStyle/>
        <a:p>
          <a:endParaRPr lang="en-US"/>
        </a:p>
      </dgm:t>
    </dgm:pt>
    <dgm:pt modelId="{C4530614-8E2E-41E3-8EEA-15F15FD81A5E}" type="pres">
      <dgm:prSet presAssocID="{9971BA6C-CD49-474A-8D33-731BD97450FD}" presName="root" presStyleCnt="0">
        <dgm:presLayoutVars>
          <dgm:dir/>
          <dgm:resizeHandles val="exact"/>
        </dgm:presLayoutVars>
      </dgm:prSet>
      <dgm:spPr/>
    </dgm:pt>
    <dgm:pt modelId="{70330905-98A1-471A-BD42-EE6C9384C006}" type="pres">
      <dgm:prSet presAssocID="{834FD6BF-2CDC-49D4-AE8D-06E69D554650}" presName="compNode" presStyleCnt="0"/>
      <dgm:spPr/>
    </dgm:pt>
    <dgm:pt modelId="{CF8B568C-2BA6-4AEF-98B7-9F4B94660BC1}" type="pres">
      <dgm:prSet presAssocID="{834FD6BF-2CDC-49D4-AE8D-06E69D554650}" presName="bgRect" presStyleLbl="bgShp" presStyleIdx="0" presStyleCnt="3"/>
      <dgm:spPr/>
    </dgm:pt>
    <dgm:pt modelId="{D85E8E92-B0F3-4D40-97BB-CAE1691E4854}" type="pres">
      <dgm:prSet presAssocID="{834FD6BF-2CDC-49D4-AE8D-06E69D55465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Fantasma"/>
        </a:ext>
      </dgm:extLst>
    </dgm:pt>
    <dgm:pt modelId="{BB330F82-A0A0-4CC1-92F1-FBF980677439}" type="pres">
      <dgm:prSet presAssocID="{834FD6BF-2CDC-49D4-AE8D-06E69D554650}" presName="spaceRect" presStyleCnt="0"/>
      <dgm:spPr/>
    </dgm:pt>
    <dgm:pt modelId="{20FDCE9A-615D-488B-B690-741D92BAFF41}" type="pres">
      <dgm:prSet presAssocID="{834FD6BF-2CDC-49D4-AE8D-06E69D554650}" presName="parTx" presStyleLbl="revTx" presStyleIdx="0" presStyleCnt="3">
        <dgm:presLayoutVars>
          <dgm:chMax val="0"/>
          <dgm:chPref val="0"/>
        </dgm:presLayoutVars>
      </dgm:prSet>
      <dgm:spPr/>
    </dgm:pt>
    <dgm:pt modelId="{4388F943-2BFC-474A-828F-9CADAD3D822A}" type="pres">
      <dgm:prSet presAssocID="{0CF414AB-5312-4628-BC89-4F2A679B221E}" presName="sibTrans" presStyleCnt="0"/>
      <dgm:spPr/>
    </dgm:pt>
    <dgm:pt modelId="{2C3F613F-6EB3-4040-8086-84442850E366}" type="pres">
      <dgm:prSet presAssocID="{8EEAFCCF-E127-4AE8-913F-98947961D956}" presName="compNode" presStyleCnt="0"/>
      <dgm:spPr/>
    </dgm:pt>
    <dgm:pt modelId="{C9639E38-C2CE-4041-8043-72039333DF9D}" type="pres">
      <dgm:prSet presAssocID="{8EEAFCCF-E127-4AE8-913F-98947961D956}" presName="bgRect" presStyleLbl="bgShp" presStyleIdx="1" presStyleCnt="3"/>
      <dgm:spPr/>
    </dgm:pt>
    <dgm:pt modelId="{132F112A-AA61-4831-BE51-2D80AA219932}" type="pres">
      <dgm:prSet presAssocID="{8EEAFCCF-E127-4AE8-913F-98947961D95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thly calendar"/>
        </a:ext>
      </dgm:extLst>
    </dgm:pt>
    <dgm:pt modelId="{77330148-711E-4C58-B9EE-E1F1764DB4A8}" type="pres">
      <dgm:prSet presAssocID="{8EEAFCCF-E127-4AE8-913F-98947961D956}" presName="spaceRect" presStyleCnt="0"/>
      <dgm:spPr/>
    </dgm:pt>
    <dgm:pt modelId="{9FB2C8B6-8EAD-4406-BB09-9C15F9BD35ED}" type="pres">
      <dgm:prSet presAssocID="{8EEAFCCF-E127-4AE8-913F-98947961D956}" presName="parTx" presStyleLbl="revTx" presStyleIdx="1" presStyleCnt="3">
        <dgm:presLayoutVars>
          <dgm:chMax val="0"/>
          <dgm:chPref val="0"/>
        </dgm:presLayoutVars>
      </dgm:prSet>
      <dgm:spPr/>
    </dgm:pt>
    <dgm:pt modelId="{C57646B1-FA88-44B9-837C-F6295A9086C8}" type="pres">
      <dgm:prSet presAssocID="{FBACE156-07C9-4701-937F-3AF709131922}" presName="sibTrans" presStyleCnt="0"/>
      <dgm:spPr/>
    </dgm:pt>
    <dgm:pt modelId="{255EC753-B92E-48E6-8216-562C3432C245}" type="pres">
      <dgm:prSet presAssocID="{5E99BC8E-6144-49EB-BBFE-AC7F80557075}" presName="compNode" presStyleCnt="0"/>
      <dgm:spPr/>
    </dgm:pt>
    <dgm:pt modelId="{7676B329-E726-4C14-B402-96C1D9A80FC6}" type="pres">
      <dgm:prSet presAssocID="{5E99BC8E-6144-49EB-BBFE-AC7F80557075}" presName="bgRect" presStyleLbl="bgShp" presStyleIdx="2" presStyleCnt="3"/>
      <dgm:spPr/>
    </dgm:pt>
    <dgm:pt modelId="{0E88003D-3CF9-40B3-8FAC-6FE79A73AD13}" type="pres">
      <dgm:prSet presAssocID="{5E99BC8E-6144-49EB-BBFE-AC7F8055707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iana"/>
        </a:ext>
      </dgm:extLst>
    </dgm:pt>
    <dgm:pt modelId="{DF32A572-24F4-4D0C-A9D7-7403888BA4D2}" type="pres">
      <dgm:prSet presAssocID="{5E99BC8E-6144-49EB-BBFE-AC7F80557075}" presName="spaceRect" presStyleCnt="0"/>
      <dgm:spPr/>
    </dgm:pt>
    <dgm:pt modelId="{31C7C921-13F7-418E-BD5F-2E7592B978D0}" type="pres">
      <dgm:prSet presAssocID="{5E99BC8E-6144-49EB-BBFE-AC7F80557075}" presName="parTx" presStyleLbl="revTx" presStyleIdx="2" presStyleCnt="3">
        <dgm:presLayoutVars>
          <dgm:chMax val="0"/>
          <dgm:chPref val="0"/>
        </dgm:presLayoutVars>
      </dgm:prSet>
      <dgm:spPr/>
    </dgm:pt>
  </dgm:ptLst>
  <dgm:cxnLst>
    <dgm:cxn modelId="{936E3063-AAE6-492A-8664-F567263384EC}" srcId="{9971BA6C-CD49-474A-8D33-731BD97450FD}" destId="{834FD6BF-2CDC-49D4-AE8D-06E69D554650}" srcOrd="0" destOrd="0" parTransId="{D6AAE0D5-6F5B-4F45-8D88-243259C6C4BB}" sibTransId="{0CF414AB-5312-4628-BC89-4F2A679B221E}"/>
    <dgm:cxn modelId="{1EB96774-7124-4183-9562-5CD149152903}" type="presOf" srcId="{5E99BC8E-6144-49EB-BBFE-AC7F80557075}" destId="{31C7C921-13F7-418E-BD5F-2E7592B978D0}" srcOrd="0" destOrd="0" presId="urn:microsoft.com/office/officeart/2018/2/layout/IconVerticalSolidList"/>
    <dgm:cxn modelId="{E255178B-5E1B-4B62-B2CB-22F140347A63}" type="presOf" srcId="{8EEAFCCF-E127-4AE8-913F-98947961D956}" destId="{9FB2C8B6-8EAD-4406-BB09-9C15F9BD35ED}" srcOrd="0" destOrd="0" presId="urn:microsoft.com/office/officeart/2018/2/layout/IconVerticalSolidList"/>
    <dgm:cxn modelId="{2D43518C-8F03-49E1-9916-3A559EAEE9AD}" srcId="{9971BA6C-CD49-474A-8D33-731BD97450FD}" destId="{8EEAFCCF-E127-4AE8-913F-98947961D956}" srcOrd="1" destOrd="0" parTransId="{96EAE949-864F-4C26-A20E-D57372FD6C09}" sibTransId="{FBACE156-07C9-4701-937F-3AF709131922}"/>
    <dgm:cxn modelId="{C95A118D-83AA-4006-BFB8-670BCA3BBA87}" type="presOf" srcId="{834FD6BF-2CDC-49D4-AE8D-06E69D554650}" destId="{20FDCE9A-615D-488B-B690-741D92BAFF41}" srcOrd="0" destOrd="0" presId="urn:microsoft.com/office/officeart/2018/2/layout/IconVerticalSolidList"/>
    <dgm:cxn modelId="{81A040B0-6D40-4755-BE6C-FC13B0826096}" type="presOf" srcId="{9971BA6C-CD49-474A-8D33-731BD97450FD}" destId="{C4530614-8E2E-41E3-8EEA-15F15FD81A5E}" srcOrd="0" destOrd="0" presId="urn:microsoft.com/office/officeart/2018/2/layout/IconVerticalSolidList"/>
    <dgm:cxn modelId="{FAD421F7-73BA-4E76-8A2B-EF91DA627031}" srcId="{9971BA6C-CD49-474A-8D33-731BD97450FD}" destId="{5E99BC8E-6144-49EB-BBFE-AC7F80557075}" srcOrd="2" destOrd="0" parTransId="{AC7AA3A0-E068-483E-BAB6-E28CBE5D3197}" sibTransId="{0BEBB72A-C9D9-45FD-9E49-57B1DDA1BBA1}"/>
    <dgm:cxn modelId="{546E7374-EA7A-4C84-A7DF-5A2CA7634AD7}" type="presParOf" srcId="{C4530614-8E2E-41E3-8EEA-15F15FD81A5E}" destId="{70330905-98A1-471A-BD42-EE6C9384C006}" srcOrd="0" destOrd="0" presId="urn:microsoft.com/office/officeart/2018/2/layout/IconVerticalSolidList"/>
    <dgm:cxn modelId="{AE3D2FE3-07EA-42CF-A8F8-09E466E49FB3}" type="presParOf" srcId="{70330905-98A1-471A-BD42-EE6C9384C006}" destId="{CF8B568C-2BA6-4AEF-98B7-9F4B94660BC1}" srcOrd="0" destOrd="0" presId="urn:microsoft.com/office/officeart/2018/2/layout/IconVerticalSolidList"/>
    <dgm:cxn modelId="{8DAEE36C-8B56-43DF-B17E-963DFA57CB7A}" type="presParOf" srcId="{70330905-98A1-471A-BD42-EE6C9384C006}" destId="{D85E8E92-B0F3-4D40-97BB-CAE1691E4854}" srcOrd="1" destOrd="0" presId="urn:microsoft.com/office/officeart/2018/2/layout/IconVerticalSolidList"/>
    <dgm:cxn modelId="{FE041CA8-191D-46F4-9AF4-4123E6A25456}" type="presParOf" srcId="{70330905-98A1-471A-BD42-EE6C9384C006}" destId="{BB330F82-A0A0-4CC1-92F1-FBF980677439}" srcOrd="2" destOrd="0" presId="urn:microsoft.com/office/officeart/2018/2/layout/IconVerticalSolidList"/>
    <dgm:cxn modelId="{DFB1BA89-1AD9-4431-827C-043413487C09}" type="presParOf" srcId="{70330905-98A1-471A-BD42-EE6C9384C006}" destId="{20FDCE9A-615D-488B-B690-741D92BAFF41}" srcOrd="3" destOrd="0" presId="urn:microsoft.com/office/officeart/2018/2/layout/IconVerticalSolidList"/>
    <dgm:cxn modelId="{5BBB0777-4161-47A5-97DA-2FD1780B2D5C}" type="presParOf" srcId="{C4530614-8E2E-41E3-8EEA-15F15FD81A5E}" destId="{4388F943-2BFC-474A-828F-9CADAD3D822A}" srcOrd="1" destOrd="0" presId="urn:microsoft.com/office/officeart/2018/2/layout/IconVerticalSolidList"/>
    <dgm:cxn modelId="{15EC9A72-206B-4E64-9302-FCEE57C91439}" type="presParOf" srcId="{C4530614-8E2E-41E3-8EEA-15F15FD81A5E}" destId="{2C3F613F-6EB3-4040-8086-84442850E366}" srcOrd="2" destOrd="0" presId="urn:microsoft.com/office/officeart/2018/2/layout/IconVerticalSolidList"/>
    <dgm:cxn modelId="{DBA064E5-F4EF-47C5-8F8A-B561FB5F71CB}" type="presParOf" srcId="{2C3F613F-6EB3-4040-8086-84442850E366}" destId="{C9639E38-C2CE-4041-8043-72039333DF9D}" srcOrd="0" destOrd="0" presId="urn:microsoft.com/office/officeart/2018/2/layout/IconVerticalSolidList"/>
    <dgm:cxn modelId="{AD86F217-23A3-496F-8A8D-C183D87E65A0}" type="presParOf" srcId="{2C3F613F-6EB3-4040-8086-84442850E366}" destId="{132F112A-AA61-4831-BE51-2D80AA219932}" srcOrd="1" destOrd="0" presId="urn:microsoft.com/office/officeart/2018/2/layout/IconVerticalSolidList"/>
    <dgm:cxn modelId="{E241F20C-5B90-43E1-9536-0A1C17938311}" type="presParOf" srcId="{2C3F613F-6EB3-4040-8086-84442850E366}" destId="{77330148-711E-4C58-B9EE-E1F1764DB4A8}" srcOrd="2" destOrd="0" presId="urn:microsoft.com/office/officeart/2018/2/layout/IconVerticalSolidList"/>
    <dgm:cxn modelId="{218BD373-5E48-4264-85F1-3196573B58F5}" type="presParOf" srcId="{2C3F613F-6EB3-4040-8086-84442850E366}" destId="{9FB2C8B6-8EAD-4406-BB09-9C15F9BD35ED}" srcOrd="3" destOrd="0" presId="urn:microsoft.com/office/officeart/2018/2/layout/IconVerticalSolidList"/>
    <dgm:cxn modelId="{8EAE0A42-0817-4832-92FE-CA0987116A38}" type="presParOf" srcId="{C4530614-8E2E-41E3-8EEA-15F15FD81A5E}" destId="{C57646B1-FA88-44B9-837C-F6295A9086C8}" srcOrd="3" destOrd="0" presId="urn:microsoft.com/office/officeart/2018/2/layout/IconVerticalSolidList"/>
    <dgm:cxn modelId="{1417C767-6C1A-4AA5-875E-6656A71B1EA7}" type="presParOf" srcId="{C4530614-8E2E-41E3-8EEA-15F15FD81A5E}" destId="{255EC753-B92E-48E6-8216-562C3432C245}" srcOrd="4" destOrd="0" presId="urn:microsoft.com/office/officeart/2018/2/layout/IconVerticalSolidList"/>
    <dgm:cxn modelId="{F3E0D4FB-0FB3-40CA-8D5E-56C8C1E58BE3}" type="presParOf" srcId="{255EC753-B92E-48E6-8216-562C3432C245}" destId="{7676B329-E726-4C14-B402-96C1D9A80FC6}" srcOrd="0" destOrd="0" presId="urn:microsoft.com/office/officeart/2018/2/layout/IconVerticalSolidList"/>
    <dgm:cxn modelId="{5589DEA6-D8B6-4472-9C27-B4221CEC9DF2}" type="presParOf" srcId="{255EC753-B92E-48E6-8216-562C3432C245}" destId="{0E88003D-3CF9-40B3-8FAC-6FE79A73AD13}" srcOrd="1" destOrd="0" presId="urn:microsoft.com/office/officeart/2018/2/layout/IconVerticalSolidList"/>
    <dgm:cxn modelId="{98D04733-5DB6-4822-906A-C21792FB95B8}" type="presParOf" srcId="{255EC753-B92E-48E6-8216-562C3432C245}" destId="{DF32A572-24F4-4D0C-A9D7-7403888BA4D2}" srcOrd="2" destOrd="0" presId="urn:microsoft.com/office/officeart/2018/2/layout/IconVerticalSolidList"/>
    <dgm:cxn modelId="{223F48F1-107A-4183-BC59-F0102F9E043B}" type="presParOf" srcId="{255EC753-B92E-48E6-8216-562C3432C245}" destId="{31C7C921-13F7-418E-BD5F-2E7592B978D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A29325-A257-4831-A3B9-6C9661A0595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2EFDD69-3F6D-488A-88D2-BC8B12D8677B}">
      <dgm:prSet/>
      <dgm:spPr/>
      <dgm:t>
        <a:bodyPr/>
        <a:lstStyle/>
        <a:p>
          <a:pPr algn="just"/>
          <a:r>
            <a:rPr lang="es-US" dirty="0"/>
            <a:t>Para el “JUEGO DEL AHORCADO” el usuario debe iniciar sesión dentro de la aplicación para poder iniciar una partida, el programa le muestra los espacios de la palabra oculta para que el usuario/jugador piense e ingrese una letra por cada turno, el programa valida la letra y  si esta dentro de la palabra oculta el programa revela la letra de la palabra y pasa al siguiente intento, pero si la letra ingresada por el jugador/usuario no es validada por el sistema dentro de la palabra el jugador/usuario pierde un intento, entonces el programa ira formando la figura hasta completar el dibujo del ahorcado, si el jugador/usuario termina la palabra antes de perder todos los intentos, entonces gana la partida. Por el contrario si el jugador/usuario no logra acertar las letras dentro de la palabra en los intentos determinados por el juego automáticamente pierde la partida.</a:t>
          </a:r>
          <a:endParaRPr lang="en-US" dirty="0"/>
        </a:p>
      </dgm:t>
    </dgm:pt>
    <dgm:pt modelId="{20B0B5F6-590C-4016-93F7-422129E9A5B5}" type="parTrans" cxnId="{C4EB414F-BDF1-40F7-80D7-BB31AED2C166}">
      <dgm:prSet/>
      <dgm:spPr/>
      <dgm:t>
        <a:bodyPr/>
        <a:lstStyle/>
        <a:p>
          <a:endParaRPr lang="en-US"/>
        </a:p>
      </dgm:t>
    </dgm:pt>
    <dgm:pt modelId="{8EB3E879-DA18-450F-B8F0-928311394E35}" type="sibTrans" cxnId="{C4EB414F-BDF1-40F7-80D7-BB31AED2C166}">
      <dgm:prSet/>
      <dgm:spPr/>
      <dgm:t>
        <a:bodyPr/>
        <a:lstStyle/>
        <a:p>
          <a:endParaRPr lang="en-US"/>
        </a:p>
      </dgm:t>
    </dgm:pt>
    <dgm:pt modelId="{ECFE287A-FC62-4F84-B2C1-034198D6FB1F}">
      <dgm:prSet/>
      <dgm:spPr/>
      <dgm:t>
        <a:bodyPr/>
        <a:lstStyle/>
        <a:p>
          <a:r>
            <a:rPr lang="es-US" dirty="0"/>
            <a:t>El programa también deberá mostrar los intentos restantes, actualizar los avances dentro de la palabra, mostrar el resultado final de la palabra y proporcionar una opción de pista para que el usuario decida en que momento dentro de la partida utilizarla.</a:t>
          </a:r>
          <a:endParaRPr lang="en-US" dirty="0"/>
        </a:p>
      </dgm:t>
    </dgm:pt>
    <dgm:pt modelId="{E52044DD-815F-4D95-8BF4-3E5727A6C22C}" type="parTrans" cxnId="{E6D8B0F3-6DCF-4B1A-83A9-3E1EAD0C204E}">
      <dgm:prSet/>
      <dgm:spPr/>
      <dgm:t>
        <a:bodyPr/>
        <a:lstStyle/>
        <a:p>
          <a:endParaRPr lang="en-US"/>
        </a:p>
      </dgm:t>
    </dgm:pt>
    <dgm:pt modelId="{33AAE208-75A2-4EE0-9981-CCDCBA8910E2}" type="sibTrans" cxnId="{E6D8B0F3-6DCF-4B1A-83A9-3E1EAD0C204E}">
      <dgm:prSet/>
      <dgm:spPr/>
      <dgm:t>
        <a:bodyPr/>
        <a:lstStyle/>
        <a:p>
          <a:endParaRPr lang="en-US"/>
        </a:p>
      </dgm:t>
    </dgm:pt>
    <dgm:pt modelId="{589D2FB2-7498-4FB7-950E-AC9625875CCE}" type="pres">
      <dgm:prSet presAssocID="{9FA29325-A257-4831-A3B9-6C9661A05951}" presName="linear" presStyleCnt="0">
        <dgm:presLayoutVars>
          <dgm:animLvl val="lvl"/>
          <dgm:resizeHandles val="exact"/>
        </dgm:presLayoutVars>
      </dgm:prSet>
      <dgm:spPr/>
    </dgm:pt>
    <dgm:pt modelId="{E39AF960-EB3B-468B-AC6D-5B04CABFA303}" type="pres">
      <dgm:prSet presAssocID="{72EFDD69-3F6D-488A-88D2-BC8B12D8677B}" presName="parentText" presStyleLbl="node1" presStyleIdx="0" presStyleCnt="2">
        <dgm:presLayoutVars>
          <dgm:chMax val="0"/>
          <dgm:bulletEnabled val="1"/>
        </dgm:presLayoutVars>
      </dgm:prSet>
      <dgm:spPr/>
    </dgm:pt>
    <dgm:pt modelId="{4BE5464F-075B-4C9C-BDCB-C8182592D3EC}" type="pres">
      <dgm:prSet presAssocID="{8EB3E879-DA18-450F-B8F0-928311394E35}" presName="spacer" presStyleCnt="0"/>
      <dgm:spPr/>
    </dgm:pt>
    <dgm:pt modelId="{6AC079BA-BCB5-41F9-ABED-49FE554104A0}" type="pres">
      <dgm:prSet presAssocID="{ECFE287A-FC62-4F84-B2C1-034198D6FB1F}" presName="parentText" presStyleLbl="node1" presStyleIdx="1" presStyleCnt="2">
        <dgm:presLayoutVars>
          <dgm:chMax val="0"/>
          <dgm:bulletEnabled val="1"/>
        </dgm:presLayoutVars>
      </dgm:prSet>
      <dgm:spPr/>
    </dgm:pt>
  </dgm:ptLst>
  <dgm:cxnLst>
    <dgm:cxn modelId="{332CF425-1721-4711-B960-D47AFC6132A6}" type="presOf" srcId="{9FA29325-A257-4831-A3B9-6C9661A05951}" destId="{589D2FB2-7498-4FB7-950E-AC9625875CCE}" srcOrd="0" destOrd="0" presId="urn:microsoft.com/office/officeart/2005/8/layout/vList2"/>
    <dgm:cxn modelId="{191B3E6C-1770-4257-9CD2-C0E666DEB0C2}" type="presOf" srcId="{ECFE287A-FC62-4F84-B2C1-034198D6FB1F}" destId="{6AC079BA-BCB5-41F9-ABED-49FE554104A0}" srcOrd="0" destOrd="0" presId="urn:microsoft.com/office/officeart/2005/8/layout/vList2"/>
    <dgm:cxn modelId="{C4EB414F-BDF1-40F7-80D7-BB31AED2C166}" srcId="{9FA29325-A257-4831-A3B9-6C9661A05951}" destId="{72EFDD69-3F6D-488A-88D2-BC8B12D8677B}" srcOrd="0" destOrd="0" parTransId="{20B0B5F6-590C-4016-93F7-422129E9A5B5}" sibTransId="{8EB3E879-DA18-450F-B8F0-928311394E35}"/>
    <dgm:cxn modelId="{D5B986EF-B344-4ECC-B60F-92A589D66108}" type="presOf" srcId="{72EFDD69-3F6D-488A-88D2-BC8B12D8677B}" destId="{E39AF960-EB3B-468B-AC6D-5B04CABFA303}" srcOrd="0" destOrd="0" presId="urn:microsoft.com/office/officeart/2005/8/layout/vList2"/>
    <dgm:cxn modelId="{E6D8B0F3-6DCF-4B1A-83A9-3E1EAD0C204E}" srcId="{9FA29325-A257-4831-A3B9-6C9661A05951}" destId="{ECFE287A-FC62-4F84-B2C1-034198D6FB1F}" srcOrd="1" destOrd="0" parTransId="{E52044DD-815F-4D95-8BF4-3E5727A6C22C}" sibTransId="{33AAE208-75A2-4EE0-9981-CCDCBA8910E2}"/>
    <dgm:cxn modelId="{884C3362-8C51-4B65-BAFF-4449BBB73996}" type="presParOf" srcId="{589D2FB2-7498-4FB7-950E-AC9625875CCE}" destId="{E39AF960-EB3B-468B-AC6D-5B04CABFA303}" srcOrd="0" destOrd="0" presId="urn:microsoft.com/office/officeart/2005/8/layout/vList2"/>
    <dgm:cxn modelId="{6D57649C-363F-4C83-8B03-A436215998F6}" type="presParOf" srcId="{589D2FB2-7498-4FB7-950E-AC9625875CCE}" destId="{4BE5464F-075B-4C9C-BDCB-C8182592D3EC}" srcOrd="1" destOrd="0" presId="urn:microsoft.com/office/officeart/2005/8/layout/vList2"/>
    <dgm:cxn modelId="{55AA82DE-17FC-4FF6-B491-BB1C32283019}" type="presParOf" srcId="{589D2FB2-7498-4FB7-950E-AC9625875CCE}" destId="{6AC079BA-BCB5-41F9-ABED-49FE554104A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AFB5E7-771C-4B70-89EF-041AAC30494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7C74148-E920-4FEC-B9CD-4AF5A9B8EEDD}">
      <dgm:prSet/>
      <dgm:spPr/>
      <dgm:t>
        <a:bodyPr/>
        <a:lstStyle/>
        <a:p>
          <a:r>
            <a:rPr lang="es-US"/>
            <a:t>El análisis y diseño previo del software permite comprender mejor cómo funcionará el sistema antes de programarlo.</a:t>
          </a:r>
          <a:endParaRPr lang="en-US"/>
        </a:p>
      </dgm:t>
    </dgm:pt>
    <dgm:pt modelId="{5A658C54-D227-4BE7-AB5B-DF7FDD5EB679}" type="parTrans" cxnId="{41ABCCF3-4485-4D36-878D-24CC255EB1A6}">
      <dgm:prSet/>
      <dgm:spPr/>
      <dgm:t>
        <a:bodyPr/>
        <a:lstStyle/>
        <a:p>
          <a:endParaRPr lang="en-US"/>
        </a:p>
      </dgm:t>
    </dgm:pt>
    <dgm:pt modelId="{5A38A845-F98E-4120-9915-47BC736F0B0C}" type="sibTrans" cxnId="{41ABCCF3-4485-4D36-878D-24CC255EB1A6}">
      <dgm:prSet/>
      <dgm:spPr/>
      <dgm:t>
        <a:bodyPr/>
        <a:lstStyle/>
        <a:p>
          <a:endParaRPr lang="en-US"/>
        </a:p>
      </dgm:t>
    </dgm:pt>
    <dgm:pt modelId="{805119CD-492D-4775-90EE-FC25A7CDD156}">
      <dgm:prSet/>
      <dgm:spPr/>
      <dgm:t>
        <a:bodyPr/>
        <a:lstStyle/>
        <a:p>
          <a:r>
            <a:rPr lang="es-US"/>
            <a:t>Mediante los diagramas funcionales y de arquitectura se logró identificar:</a:t>
          </a:r>
          <a:endParaRPr lang="en-US"/>
        </a:p>
      </dgm:t>
    </dgm:pt>
    <dgm:pt modelId="{15AF3889-1747-480F-9E60-EDEB984F8CCF}" type="parTrans" cxnId="{CDD7F8A0-19C6-4241-B0EE-487054EEC4E2}">
      <dgm:prSet/>
      <dgm:spPr/>
      <dgm:t>
        <a:bodyPr/>
        <a:lstStyle/>
        <a:p>
          <a:endParaRPr lang="en-US"/>
        </a:p>
      </dgm:t>
    </dgm:pt>
    <dgm:pt modelId="{C3F1DFA1-7707-4D81-8552-D5BC3AD7C8E0}" type="sibTrans" cxnId="{CDD7F8A0-19C6-4241-B0EE-487054EEC4E2}">
      <dgm:prSet/>
      <dgm:spPr/>
      <dgm:t>
        <a:bodyPr/>
        <a:lstStyle/>
        <a:p>
          <a:endParaRPr lang="en-US"/>
        </a:p>
      </dgm:t>
    </dgm:pt>
    <dgm:pt modelId="{500D685B-FC8A-4FC2-B3F3-B11303BD1508}">
      <dgm:prSet/>
      <dgm:spPr/>
      <dgm:t>
        <a:bodyPr/>
        <a:lstStyle/>
        <a:p>
          <a:r>
            <a:rPr lang="es-US"/>
            <a:t>Las funcionalidades principales del juego</a:t>
          </a:r>
          <a:endParaRPr lang="en-US"/>
        </a:p>
      </dgm:t>
    </dgm:pt>
    <dgm:pt modelId="{F959FD7D-1C9B-4911-A6B2-90102F905BA8}" type="parTrans" cxnId="{2897F70B-DD74-458E-9E76-83DBC3EA120A}">
      <dgm:prSet/>
      <dgm:spPr/>
      <dgm:t>
        <a:bodyPr/>
        <a:lstStyle/>
        <a:p>
          <a:endParaRPr lang="en-US"/>
        </a:p>
      </dgm:t>
    </dgm:pt>
    <dgm:pt modelId="{B071499B-CCE3-4865-8C55-9F152AF01F65}" type="sibTrans" cxnId="{2897F70B-DD74-458E-9E76-83DBC3EA120A}">
      <dgm:prSet/>
      <dgm:spPr/>
      <dgm:t>
        <a:bodyPr/>
        <a:lstStyle/>
        <a:p>
          <a:endParaRPr lang="en-US"/>
        </a:p>
      </dgm:t>
    </dgm:pt>
    <dgm:pt modelId="{049C9A1C-6126-43E8-B221-9FEFA7BE6A63}">
      <dgm:prSet/>
      <dgm:spPr/>
      <dgm:t>
        <a:bodyPr/>
        <a:lstStyle/>
        <a:p>
          <a:r>
            <a:rPr lang="es-US"/>
            <a:t>La interacción del usuario</a:t>
          </a:r>
          <a:endParaRPr lang="en-US"/>
        </a:p>
      </dgm:t>
    </dgm:pt>
    <dgm:pt modelId="{D7F986A2-CDBE-4CC9-9704-D87FF2B29674}" type="parTrans" cxnId="{91512318-A959-4A60-9EA9-9A56E1D91D7A}">
      <dgm:prSet/>
      <dgm:spPr/>
      <dgm:t>
        <a:bodyPr/>
        <a:lstStyle/>
        <a:p>
          <a:endParaRPr lang="en-US"/>
        </a:p>
      </dgm:t>
    </dgm:pt>
    <dgm:pt modelId="{65BA7D01-6503-4768-A50B-1751D0676B05}" type="sibTrans" cxnId="{91512318-A959-4A60-9EA9-9A56E1D91D7A}">
      <dgm:prSet/>
      <dgm:spPr/>
      <dgm:t>
        <a:bodyPr/>
        <a:lstStyle/>
        <a:p>
          <a:endParaRPr lang="en-US"/>
        </a:p>
      </dgm:t>
    </dgm:pt>
    <dgm:pt modelId="{0F6BB1CF-ED7C-406D-B829-DF6863D49628}">
      <dgm:prSet/>
      <dgm:spPr/>
      <dgm:t>
        <a:bodyPr/>
        <a:lstStyle/>
        <a:p>
          <a:r>
            <a:rPr lang="es-US"/>
            <a:t>La estructura general del sistema</a:t>
          </a:r>
          <a:endParaRPr lang="en-US"/>
        </a:p>
      </dgm:t>
    </dgm:pt>
    <dgm:pt modelId="{A4FC6B6F-9CB5-4AB9-A48C-F5FF452BEF17}" type="parTrans" cxnId="{61284ED1-A7E7-43F7-8F36-2277319566E9}">
      <dgm:prSet/>
      <dgm:spPr/>
      <dgm:t>
        <a:bodyPr/>
        <a:lstStyle/>
        <a:p>
          <a:endParaRPr lang="en-US"/>
        </a:p>
      </dgm:t>
    </dgm:pt>
    <dgm:pt modelId="{696AA4F0-A1B9-4441-8410-CBF2CE20F30D}" type="sibTrans" cxnId="{61284ED1-A7E7-43F7-8F36-2277319566E9}">
      <dgm:prSet/>
      <dgm:spPr/>
      <dgm:t>
        <a:bodyPr/>
        <a:lstStyle/>
        <a:p>
          <a:endParaRPr lang="en-US"/>
        </a:p>
      </dgm:t>
    </dgm:pt>
    <dgm:pt modelId="{DA7C7C98-D8DF-4860-BD47-E5FA6BC8992D}">
      <dgm:prSet/>
      <dgm:spPr/>
      <dgm:t>
        <a:bodyPr/>
        <a:lstStyle/>
        <a:p>
          <a:r>
            <a:rPr lang="es-US"/>
            <a:t>Este proceso ayuda a organizar el desarrollo del software de manera más clara y ordenada.</a:t>
          </a:r>
          <a:endParaRPr lang="en-US"/>
        </a:p>
      </dgm:t>
    </dgm:pt>
    <dgm:pt modelId="{4CAC51C4-BB82-4BC8-8DFA-5FFCB61AB634}" type="parTrans" cxnId="{299963EA-12E0-4CB4-B122-7F28FDF9AF09}">
      <dgm:prSet/>
      <dgm:spPr/>
      <dgm:t>
        <a:bodyPr/>
        <a:lstStyle/>
        <a:p>
          <a:endParaRPr lang="en-US"/>
        </a:p>
      </dgm:t>
    </dgm:pt>
    <dgm:pt modelId="{DCF5C808-9AE0-424C-82A4-7B2317E1F555}" type="sibTrans" cxnId="{299963EA-12E0-4CB4-B122-7F28FDF9AF09}">
      <dgm:prSet/>
      <dgm:spPr/>
      <dgm:t>
        <a:bodyPr/>
        <a:lstStyle/>
        <a:p>
          <a:endParaRPr lang="en-US"/>
        </a:p>
      </dgm:t>
    </dgm:pt>
    <dgm:pt modelId="{B3FC1C6F-94B1-452E-9BCD-C602C6073012}" type="pres">
      <dgm:prSet presAssocID="{1DAFB5E7-771C-4B70-89EF-041AAC304947}" presName="root" presStyleCnt="0">
        <dgm:presLayoutVars>
          <dgm:dir/>
          <dgm:resizeHandles val="exact"/>
        </dgm:presLayoutVars>
      </dgm:prSet>
      <dgm:spPr/>
    </dgm:pt>
    <dgm:pt modelId="{3BD6A9C3-B236-4A05-9B3B-97EAE9CCEFE2}" type="pres">
      <dgm:prSet presAssocID="{77C74148-E920-4FEC-B9CD-4AF5A9B8EEDD}" presName="compNode" presStyleCnt="0"/>
      <dgm:spPr/>
    </dgm:pt>
    <dgm:pt modelId="{E2846EC2-3D5F-4A9D-8AE1-C6926A05F6AD}" type="pres">
      <dgm:prSet presAssocID="{77C74148-E920-4FEC-B9CD-4AF5A9B8EEDD}" presName="bgRect" presStyleLbl="bgShp" presStyleIdx="0" presStyleCnt="6"/>
      <dgm:spPr/>
    </dgm:pt>
    <dgm:pt modelId="{6D9A7F2E-8D74-416D-8069-12139F2DF6C8}" type="pres">
      <dgm:prSet presAssocID="{77C74148-E920-4FEC-B9CD-4AF5A9B8EEDD}"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stadísticas"/>
        </a:ext>
      </dgm:extLst>
    </dgm:pt>
    <dgm:pt modelId="{852515B1-DADC-4392-A9C7-063EB1F821FF}" type="pres">
      <dgm:prSet presAssocID="{77C74148-E920-4FEC-B9CD-4AF5A9B8EEDD}" presName="spaceRect" presStyleCnt="0"/>
      <dgm:spPr/>
    </dgm:pt>
    <dgm:pt modelId="{306EE7ED-EB86-4331-9F97-68290FE25C83}" type="pres">
      <dgm:prSet presAssocID="{77C74148-E920-4FEC-B9CD-4AF5A9B8EEDD}" presName="parTx" presStyleLbl="revTx" presStyleIdx="0" presStyleCnt="6">
        <dgm:presLayoutVars>
          <dgm:chMax val="0"/>
          <dgm:chPref val="0"/>
        </dgm:presLayoutVars>
      </dgm:prSet>
      <dgm:spPr/>
    </dgm:pt>
    <dgm:pt modelId="{1F3F2863-6AC1-4464-9F54-F7A24571549A}" type="pres">
      <dgm:prSet presAssocID="{5A38A845-F98E-4120-9915-47BC736F0B0C}" presName="sibTrans" presStyleCnt="0"/>
      <dgm:spPr/>
    </dgm:pt>
    <dgm:pt modelId="{86266AEF-5FE5-4197-95D6-751DA44EC805}" type="pres">
      <dgm:prSet presAssocID="{805119CD-492D-4775-90EE-FC25A7CDD156}" presName="compNode" presStyleCnt="0"/>
      <dgm:spPr/>
    </dgm:pt>
    <dgm:pt modelId="{341C9880-7205-4AC5-A02E-06D80F85D67C}" type="pres">
      <dgm:prSet presAssocID="{805119CD-492D-4775-90EE-FC25A7CDD156}" presName="bgRect" presStyleLbl="bgShp" presStyleIdx="1" presStyleCnt="6"/>
      <dgm:spPr/>
    </dgm:pt>
    <dgm:pt modelId="{30302D98-13F0-458A-8546-1887F8A6A7B5}" type="pres">
      <dgm:prSet presAssocID="{805119CD-492D-4775-90EE-FC25A7CDD156}"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erarquía"/>
        </a:ext>
      </dgm:extLst>
    </dgm:pt>
    <dgm:pt modelId="{69135E0F-A8FB-4FDE-9BD4-E13A20139118}" type="pres">
      <dgm:prSet presAssocID="{805119CD-492D-4775-90EE-FC25A7CDD156}" presName="spaceRect" presStyleCnt="0"/>
      <dgm:spPr/>
    </dgm:pt>
    <dgm:pt modelId="{59060282-E321-466E-91B8-4FE358FD07B5}" type="pres">
      <dgm:prSet presAssocID="{805119CD-492D-4775-90EE-FC25A7CDD156}" presName="parTx" presStyleLbl="revTx" presStyleIdx="1" presStyleCnt="6">
        <dgm:presLayoutVars>
          <dgm:chMax val="0"/>
          <dgm:chPref val="0"/>
        </dgm:presLayoutVars>
      </dgm:prSet>
      <dgm:spPr/>
    </dgm:pt>
    <dgm:pt modelId="{C91A1FE1-B4BF-4A14-8859-5F8AC374D86A}" type="pres">
      <dgm:prSet presAssocID="{C3F1DFA1-7707-4D81-8552-D5BC3AD7C8E0}" presName="sibTrans" presStyleCnt="0"/>
      <dgm:spPr/>
    </dgm:pt>
    <dgm:pt modelId="{8C2B9AB1-024D-479B-A9B5-B087A49C6AC0}" type="pres">
      <dgm:prSet presAssocID="{500D685B-FC8A-4FC2-B3F3-B11303BD1508}" presName="compNode" presStyleCnt="0"/>
      <dgm:spPr/>
    </dgm:pt>
    <dgm:pt modelId="{A2537F0C-EFB1-4332-92D6-9CDC6286B1E2}" type="pres">
      <dgm:prSet presAssocID="{500D685B-FC8A-4FC2-B3F3-B11303BD1508}" presName="bgRect" presStyleLbl="bgShp" presStyleIdx="2" presStyleCnt="6"/>
      <dgm:spPr/>
    </dgm:pt>
    <dgm:pt modelId="{06A0BEB9-3B99-46DC-BC49-4295D8D4DAD0}" type="pres">
      <dgm:prSet presAssocID="{500D685B-FC8A-4FC2-B3F3-B11303BD1508}"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me controller"/>
        </a:ext>
      </dgm:extLst>
    </dgm:pt>
    <dgm:pt modelId="{18804577-F7B7-43F3-963A-2144FA2AADF2}" type="pres">
      <dgm:prSet presAssocID="{500D685B-FC8A-4FC2-B3F3-B11303BD1508}" presName="spaceRect" presStyleCnt="0"/>
      <dgm:spPr/>
    </dgm:pt>
    <dgm:pt modelId="{8FF3DB8A-BBF2-4E52-85B4-B76B129AAAA3}" type="pres">
      <dgm:prSet presAssocID="{500D685B-FC8A-4FC2-B3F3-B11303BD1508}" presName="parTx" presStyleLbl="revTx" presStyleIdx="2" presStyleCnt="6">
        <dgm:presLayoutVars>
          <dgm:chMax val="0"/>
          <dgm:chPref val="0"/>
        </dgm:presLayoutVars>
      </dgm:prSet>
      <dgm:spPr/>
    </dgm:pt>
    <dgm:pt modelId="{5FD79D76-B6B3-4844-B8ED-8ABE17813C6E}" type="pres">
      <dgm:prSet presAssocID="{B071499B-CCE3-4865-8C55-9F152AF01F65}" presName="sibTrans" presStyleCnt="0"/>
      <dgm:spPr/>
    </dgm:pt>
    <dgm:pt modelId="{1229911D-3376-40E8-A1F5-035DB86F7EBF}" type="pres">
      <dgm:prSet presAssocID="{049C9A1C-6126-43E8-B221-9FEFA7BE6A63}" presName="compNode" presStyleCnt="0"/>
      <dgm:spPr/>
    </dgm:pt>
    <dgm:pt modelId="{A9F5F20F-06A5-4FCF-877E-BFB28B2C8B20}" type="pres">
      <dgm:prSet presAssocID="{049C9A1C-6126-43E8-B221-9FEFA7BE6A63}" presName="bgRect" presStyleLbl="bgShp" presStyleIdx="3" presStyleCnt="6"/>
      <dgm:spPr/>
    </dgm:pt>
    <dgm:pt modelId="{C0B419C4-D0E0-49EA-AFDC-FF95DB1774B7}" type="pres">
      <dgm:prSet presAssocID="{049C9A1C-6126-43E8-B221-9FEFA7BE6A6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eo"/>
        </a:ext>
      </dgm:extLst>
    </dgm:pt>
    <dgm:pt modelId="{677F9966-EC89-4592-9305-E90F34F822D3}" type="pres">
      <dgm:prSet presAssocID="{049C9A1C-6126-43E8-B221-9FEFA7BE6A63}" presName="spaceRect" presStyleCnt="0"/>
      <dgm:spPr/>
    </dgm:pt>
    <dgm:pt modelId="{25012C31-0DC6-4EBB-9DEE-ADE139BD9002}" type="pres">
      <dgm:prSet presAssocID="{049C9A1C-6126-43E8-B221-9FEFA7BE6A63}" presName="parTx" presStyleLbl="revTx" presStyleIdx="3" presStyleCnt="6">
        <dgm:presLayoutVars>
          <dgm:chMax val="0"/>
          <dgm:chPref val="0"/>
        </dgm:presLayoutVars>
      </dgm:prSet>
      <dgm:spPr/>
    </dgm:pt>
    <dgm:pt modelId="{C2F20201-582F-4722-B246-C95CF59C1308}" type="pres">
      <dgm:prSet presAssocID="{65BA7D01-6503-4768-A50B-1751D0676B05}" presName="sibTrans" presStyleCnt="0"/>
      <dgm:spPr/>
    </dgm:pt>
    <dgm:pt modelId="{04E4B8CC-6131-4459-8D1A-DB4E56985C5E}" type="pres">
      <dgm:prSet presAssocID="{0F6BB1CF-ED7C-406D-B829-DF6863D49628}" presName="compNode" presStyleCnt="0"/>
      <dgm:spPr/>
    </dgm:pt>
    <dgm:pt modelId="{62FDB1E4-4862-435A-B356-7F28915077AD}" type="pres">
      <dgm:prSet presAssocID="{0F6BB1CF-ED7C-406D-B829-DF6863D49628}" presName="bgRect" presStyleLbl="bgShp" presStyleIdx="4" presStyleCnt="6"/>
      <dgm:spPr/>
    </dgm:pt>
    <dgm:pt modelId="{F7B004E7-20AC-4EAA-97C3-404BF307B11A}" type="pres">
      <dgm:prSet presAssocID="{0F6BB1CF-ED7C-406D-B829-DF6863D49628}"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Usuarios"/>
        </a:ext>
      </dgm:extLst>
    </dgm:pt>
    <dgm:pt modelId="{725741F5-CD48-4A23-9342-59CE94F12099}" type="pres">
      <dgm:prSet presAssocID="{0F6BB1CF-ED7C-406D-B829-DF6863D49628}" presName="spaceRect" presStyleCnt="0"/>
      <dgm:spPr/>
    </dgm:pt>
    <dgm:pt modelId="{214EDF69-8ADE-4D1B-B864-2D03B7ADC0CE}" type="pres">
      <dgm:prSet presAssocID="{0F6BB1CF-ED7C-406D-B829-DF6863D49628}" presName="parTx" presStyleLbl="revTx" presStyleIdx="4" presStyleCnt="6">
        <dgm:presLayoutVars>
          <dgm:chMax val="0"/>
          <dgm:chPref val="0"/>
        </dgm:presLayoutVars>
      </dgm:prSet>
      <dgm:spPr/>
    </dgm:pt>
    <dgm:pt modelId="{EAB560F4-425E-4326-B434-86452178AB3C}" type="pres">
      <dgm:prSet presAssocID="{696AA4F0-A1B9-4441-8410-CBF2CE20F30D}" presName="sibTrans" presStyleCnt="0"/>
      <dgm:spPr/>
    </dgm:pt>
    <dgm:pt modelId="{7E75E8E2-B407-4860-8907-44278DEA90A9}" type="pres">
      <dgm:prSet presAssocID="{DA7C7C98-D8DF-4860-BD47-E5FA6BC8992D}" presName="compNode" presStyleCnt="0"/>
      <dgm:spPr/>
    </dgm:pt>
    <dgm:pt modelId="{3E0B5059-C940-4DE2-8695-2B52E4459513}" type="pres">
      <dgm:prSet presAssocID="{DA7C7C98-D8DF-4860-BD47-E5FA6BC8992D}" presName="bgRect" presStyleLbl="bgShp" presStyleIdx="5" presStyleCnt="6"/>
      <dgm:spPr/>
    </dgm:pt>
    <dgm:pt modelId="{D2AECD5C-2C72-492A-A5EF-4D12E34ADA5E}" type="pres">
      <dgm:prSet presAssocID="{DA7C7C98-D8DF-4860-BD47-E5FA6BC8992D}"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unión"/>
        </a:ext>
      </dgm:extLst>
    </dgm:pt>
    <dgm:pt modelId="{A1C6EA68-08A0-406C-8D65-944A183A2792}" type="pres">
      <dgm:prSet presAssocID="{DA7C7C98-D8DF-4860-BD47-E5FA6BC8992D}" presName="spaceRect" presStyleCnt="0"/>
      <dgm:spPr/>
    </dgm:pt>
    <dgm:pt modelId="{BFE1FD42-52E9-450F-99E7-20611274B8F6}" type="pres">
      <dgm:prSet presAssocID="{DA7C7C98-D8DF-4860-BD47-E5FA6BC8992D}" presName="parTx" presStyleLbl="revTx" presStyleIdx="5" presStyleCnt="6">
        <dgm:presLayoutVars>
          <dgm:chMax val="0"/>
          <dgm:chPref val="0"/>
        </dgm:presLayoutVars>
      </dgm:prSet>
      <dgm:spPr/>
    </dgm:pt>
  </dgm:ptLst>
  <dgm:cxnLst>
    <dgm:cxn modelId="{2897F70B-DD74-458E-9E76-83DBC3EA120A}" srcId="{1DAFB5E7-771C-4B70-89EF-041AAC304947}" destId="{500D685B-FC8A-4FC2-B3F3-B11303BD1508}" srcOrd="2" destOrd="0" parTransId="{F959FD7D-1C9B-4911-A6B2-90102F905BA8}" sibTransId="{B071499B-CCE3-4865-8C55-9F152AF01F65}"/>
    <dgm:cxn modelId="{A20D1D0C-BA59-4E17-8C77-486A188017D8}" type="presOf" srcId="{0F6BB1CF-ED7C-406D-B829-DF6863D49628}" destId="{214EDF69-8ADE-4D1B-B864-2D03B7ADC0CE}" srcOrd="0" destOrd="0" presId="urn:microsoft.com/office/officeart/2018/2/layout/IconVerticalSolidList"/>
    <dgm:cxn modelId="{91512318-A959-4A60-9EA9-9A56E1D91D7A}" srcId="{1DAFB5E7-771C-4B70-89EF-041AAC304947}" destId="{049C9A1C-6126-43E8-B221-9FEFA7BE6A63}" srcOrd="3" destOrd="0" parTransId="{D7F986A2-CDBE-4CC9-9704-D87FF2B29674}" sibTransId="{65BA7D01-6503-4768-A50B-1751D0676B05}"/>
    <dgm:cxn modelId="{9AE5DA27-6711-44DD-9E8B-D6F8A833B023}" type="presOf" srcId="{500D685B-FC8A-4FC2-B3F3-B11303BD1508}" destId="{8FF3DB8A-BBF2-4E52-85B4-B76B129AAAA3}" srcOrd="0" destOrd="0" presId="urn:microsoft.com/office/officeart/2018/2/layout/IconVerticalSolidList"/>
    <dgm:cxn modelId="{D411627D-0A74-4B6E-9344-1E23AD4AF23D}" type="presOf" srcId="{805119CD-492D-4775-90EE-FC25A7CDD156}" destId="{59060282-E321-466E-91B8-4FE358FD07B5}" srcOrd="0" destOrd="0" presId="urn:microsoft.com/office/officeart/2018/2/layout/IconVerticalSolidList"/>
    <dgm:cxn modelId="{1AC64293-2A60-4D7F-8841-C48B9CF64606}" type="presOf" srcId="{049C9A1C-6126-43E8-B221-9FEFA7BE6A63}" destId="{25012C31-0DC6-4EBB-9DEE-ADE139BD9002}" srcOrd="0" destOrd="0" presId="urn:microsoft.com/office/officeart/2018/2/layout/IconVerticalSolidList"/>
    <dgm:cxn modelId="{CDD7F8A0-19C6-4241-B0EE-487054EEC4E2}" srcId="{1DAFB5E7-771C-4B70-89EF-041AAC304947}" destId="{805119CD-492D-4775-90EE-FC25A7CDD156}" srcOrd="1" destOrd="0" parTransId="{15AF3889-1747-480F-9E60-EDEB984F8CCF}" sibTransId="{C3F1DFA1-7707-4D81-8552-D5BC3AD7C8E0}"/>
    <dgm:cxn modelId="{97B198AE-257B-44DF-9FBA-95A6899DA5F2}" type="presOf" srcId="{77C74148-E920-4FEC-B9CD-4AF5A9B8EEDD}" destId="{306EE7ED-EB86-4331-9F97-68290FE25C83}" srcOrd="0" destOrd="0" presId="urn:microsoft.com/office/officeart/2018/2/layout/IconVerticalSolidList"/>
    <dgm:cxn modelId="{61284ED1-A7E7-43F7-8F36-2277319566E9}" srcId="{1DAFB5E7-771C-4B70-89EF-041AAC304947}" destId="{0F6BB1CF-ED7C-406D-B829-DF6863D49628}" srcOrd="4" destOrd="0" parTransId="{A4FC6B6F-9CB5-4AB9-A48C-F5FF452BEF17}" sibTransId="{696AA4F0-A1B9-4441-8410-CBF2CE20F30D}"/>
    <dgm:cxn modelId="{872576DD-EA4A-4CA1-9A34-093871F772D4}" type="presOf" srcId="{1DAFB5E7-771C-4B70-89EF-041AAC304947}" destId="{B3FC1C6F-94B1-452E-9BCD-C602C6073012}" srcOrd="0" destOrd="0" presId="urn:microsoft.com/office/officeart/2018/2/layout/IconVerticalSolidList"/>
    <dgm:cxn modelId="{299963EA-12E0-4CB4-B122-7F28FDF9AF09}" srcId="{1DAFB5E7-771C-4B70-89EF-041AAC304947}" destId="{DA7C7C98-D8DF-4860-BD47-E5FA6BC8992D}" srcOrd="5" destOrd="0" parTransId="{4CAC51C4-BB82-4BC8-8DFA-5FFCB61AB634}" sibTransId="{DCF5C808-9AE0-424C-82A4-7B2317E1F555}"/>
    <dgm:cxn modelId="{6E9CE9EB-5E18-43F8-80BA-279636B77C21}" type="presOf" srcId="{DA7C7C98-D8DF-4860-BD47-E5FA6BC8992D}" destId="{BFE1FD42-52E9-450F-99E7-20611274B8F6}" srcOrd="0" destOrd="0" presId="urn:microsoft.com/office/officeart/2018/2/layout/IconVerticalSolidList"/>
    <dgm:cxn modelId="{41ABCCF3-4485-4D36-878D-24CC255EB1A6}" srcId="{1DAFB5E7-771C-4B70-89EF-041AAC304947}" destId="{77C74148-E920-4FEC-B9CD-4AF5A9B8EEDD}" srcOrd="0" destOrd="0" parTransId="{5A658C54-D227-4BE7-AB5B-DF7FDD5EB679}" sibTransId="{5A38A845-F98E-4120-9915-47BC736F0B0C}"/>
    <dgm:cxn modelId="{B533BD12-3136-4F3A-AD6D-4C527037D39D}" type="presParOf" srcId="{B3FC1C6F-94B1-452E-9BCD-C602C6073012}" destId="{3BD6A9C3-B236-4A05-9B3B-97EAE9CCEFE2}" srcOrd="0" destOrd="0" presId="urn:microsoft.com/office/officeart/2018/2/layout/IconVerticalSolidList"/>
    <dgm:cxn modelId="{DA8C1E27-3683-4BDB-B97B-E1F293BD7844}" type="presParOf" srcId="{3BD6A9C3-B236-4A05-9B3B-97EAE9CCEFE2}" destId="{E2846EC2-3D5F-4A9D-8AE1-C6926A05F6AD}" srcOrd="0" destOrd="0" presId="urn:microsoft.com/office/officeart/2018/2/layout/IconVerticalSolidList"/>
    <dgm:cxn modelId="{91C5B212-2A1D-44D9-AA13-B7ECBB02768F}" type="presParOf" srcId="{3BD6A9C3-B236-4A05-9B3B-97EAE9CCEFE2}" destId="{6D9A7F2E-8D74-416D-8069-12139F2DF6C8}" srcOrd="1" destOrd="0" presId="urn:microsoft.com/office/officeart/2018/2/layout/IconVerticalSolidList"/>
    <dgm:cxn modelId="{D3C535A9-5438-4223-8A58-AB6F282FABFA}" type="presParOf" srcId="{3BD6A9C3-B236-4A05-9B3B-97EAE9CCEFE2}" destId="{852515B1-DADC-4392-A9C7-063EB1F821FF}" srcOrd="2" destOrd="0" presId="urn:microsoft.com/office/officeart/2018/2/layout/IconVerticalSolidList"/>
    <dgm:cxn modelId="{980C7667-299E-4554-8FC3-825DFEC35B99}" type="presParOf" srcId="{3BD6A9C3-B236-4A05-9B3B-97EAE9CCEFE2}" destId="{306EE7ED-EB86-4331-9F97-68290FE25C83}" srcOrd="3" destOrd="0" presId="urn:microsoft.com/office/officeart/2018/2/layout/IconVerticalSolidList"/>
    <dgm:cxn modelId="{6CF4FAC2-961F-4966-90BA-928AF7775F63}" type="presParOf" srcId="{B3FC1C6F-94B1-452E-9BCD-C602C6073012}" destId="{1F3F2863-6AC1-4464-9F54-F7A24571549A}" srcOrd="1" destOrd="0" presId="urn:microsoft.com/office/officeart/2018/2/layout/IconVerticalSolidList"/>
    <dgm:cxn modelId="{C382C254-896A-4E72-986A-4730E3107B4B}" type="presParOf" srcId="{B3FC1C6F-94B1-452E-9BCD-C602C6073012}" destId="{86266AEF-5FE5-4197-95D6-751DA44EC805}" srcOrd="2" destOrd="0" presId="urn:microsoft.com/office/officeart/2018/2/layout/IconVerticalSolidList"/>
    <dgm:cxn modelId="{8D17D84C-5348-4A8D-AB75-2F4DF2CBC32F}" type="presParOf" srcId="{86266AEF-5FE5-4197-95D6-751DA44EC805}" destId="{341C9880-7205-4AC5-A02E-06D80F85D67C}" srcOrd="0" destOrd="0" presId="urn:microsoft.com/office/officeart/2018/2/layout/IconVerticalSolidList"/>
    <dgm:cxn modelId="{6BF9C7BB-18A7-4204-9334-FB774B696022}" type="presParOf" srcId="{86266AEF-5FE5-4197-95D6-751DA44EC805}" destId="{30302D98-13F0-458A-8546-1887F8A6A7B5}" srcOrd="1" destOrd="0" presId="urn:microsoft.com/office/officeart/2018/2/layout/IconVerticalSolidList"/>
    <dgm:cxn modelId="{DAAA454A-DC77-44B3-9915-BBBD52EFD47D}" type="presParOf" srcId="{86266AEF-5FE5-4197-95D6-751DA44EC805}" destId="{69135E0F-A8FB-4FDE-9BD4-E13A20139118}" srcOrd="2" destOrd="0" presId="urn:microsoft.com/office/officeart/2018/2/layout/IconVerticalSolidList"/>
    <dgm:cxn modelId="{303AB407-1B9E-418B-BB92-21DBB4ABFFB1}" type="presParOf" srcId="{86266AEF-5FE5-4197-95D6-751DA44EC805}" destId="{59060282-E321-466E-91B8-4FE358FD07B5}" srcOrd="3" destOrd="0" presId="urn:microsoft.com/office/officeart/2018/2/layout/IconVerticalSolidList"/>
    <dgm:cxn modelId="{9E0DC599-C72C-4F7A-B317-E0C83C473019}" type="presParOf" srcId="{B3FC1C6F-94B1-452E-9BCD-C602C6073012}" destId="{C91A1FE1-B4BF-4A14-8859-5F8AC374D86A}" srcOrd="3" destOrd="0" presId="urn:microsoft.com/office/officeart/2018/2/layout/IconVerticalSolidList"/>
    <dgm:cxn modelId="{9C83DA4B-5322-478B-AAA2-BEEA2EBA91E5}" type="presParOf" srcId="{B3FC1C6F-94B1-452E-9BCD-C602C6073012}" destId="{8C2B9AB1-024D-479B-A9B5-B087A49C6AC0}" srcOrd="4" destOrd="0" presId="urn:microsoft.com/office/officeart/2018/2/layout/IconVerticalSolidList"/>
    <dgm:cxn modelId="{5799747C-F946-434F-B823-BADBB759C0C5}" type="presParOf" srcId="{8C2B9AB1-024D-479B-A9B5-B087A49C6AC0}" destId="{A2537F0C-EFB1-4332-92D6-9CDC6286B1E2}" srcOrd="0" destOrd="0" presId="urn:microsoft.com/office/officeart/2018/2/layout/IconVerticalSolidList"/>
    <dgm:cxn modelId="{76FEB49F-F5EF-46AF-A5C6-3007433036D4}" type="presParOf" srcId="{8C2B9AB1-024D-479B-A9B5-B087A49C6AC0}" destId="{06A0BEB9-3B99-46DC-BC49-4295D8D4DAD0}" srcOrd="1" destOrd="0" presId="urn:microsoft.com/office/officeart/2018/2/layout/IconVerticalSolidList"/>
    <dgm:cxn modelId="{C219F607-178B-4B96-A312-18E14EC4F5FF}" type="presParOf" srcId="{8C2B9AB1-024D-479B-A9B5-B087A49C6AC0}" destId="{18804577-F7B7-43F3-963A-2144FA2AADF2}" srcOrd="2" destOrd="0" presId="urn:microsoft.com/office/officeart/2018/2/layout/IconVerticalSolidList"/>
    <dgm:cxn modelId="{C2640D53-2988-43C3-87BE-643DB2227123}" type="presParOf" srcId="{8C2B9AB1-024D-479B-A9B5-B087A49C6AC0}" destId="{8FF3DB8A-BBF2-4E52-85B4-B76B129AAAA3}" srcOrd="3" destOrd="0" presId="urn:microsoft.com/office/officeart/2018/2/layout/IconVerticalSolidList"/>
    <dgm:cxn modelId="{77DE7327-7652-4CFB-B4C9-AEC199261A82}" type="presParOf" srcId="{B3FC1C6F-94B1-452E-9BCD-C602C6073012}" destId="{5FD79D76-B6B3-4844-B8ED-8ABE17813C6E}" srcOrd="5" destOrd="0" presId="urn:microsoft.com/office/officeart/2018/2/layout/IconVerticalSolidList"/>
    <dgm:cxn modelId="{F0069582-7221-480F-ABBE-D727C2FA2002}" type="presParOf" srcId="{B3FC1C6F-94B1-452E-9BCD-C602C6073012}" destId="{1229911D-3376-40E8-A1F5-035DB86F7EBF}" srcOrd="6" destOrd="0" presId="urn:microsoft.com/office/officeart/2018/2/layout/IconVerticalSolidList"/>
    <dgm:cxn modelId="{A49AD668-9E82-422E-BAB8-EA59A9D1806D}" type="presParOf" srcId="{1229911D-3376-40E8-A1F5-035DB86F7EBF}" destId="{A9F5F20F-06A5-4FCF-877E-BFB28B2C8B20}" srcOrd="0" destOrd="0" presId="urn:microsoft.com/office/officeart/2018/2/layout/IconVerticalSolidList"/>
    <dgm:cxn modelId="{2B82AA4E-B89B-41EE-A60C-2EC8D21E998A}" type="presParOf" srcId="{1229911D-3376-40E8-A1F5-035DB86F7EBF}" destId="{C0B419C4-D0E0-49EA-AFDC-FF95DB1774B7}" srcOrd="1" destOrd="0" presId="urn:microsoft.com/office/officeart/2018/2/layout/IconVerticalSolidList"/>
    <dgm:cxn modelId="{053F1FD5-7666-449C-93BC-C1903E499C8A}" type="presParOf" srcId="{1229911D-3376-40E8-A1F5-035DB86F7EBF}" destId="{677F9966-EC89-4592-9305-E90F34F822D3}" srcOrd="2" destOrd="0" presId="urn:microsoft.com/office/officeart/2018/2/layout/IconVerticalSolidList"/>
    <dgm:cxn modelId="{59DE62F3-D2A9-47BC-8BF7-8EF99CDE4BDD}" type="presParOf" srcId="{1229911D-3376-40E8-A1F5-035DB86F7EBF}" destId="{25012C31-0DC6-4EBB-9DEE-ADE139BD9002}" srcOrd="3" destOrd="0" presId="urn:microsoft.com/office/officeart/2018/2/layout/IconVerticalSolidList"/>
    <dgm:cxn modelId="{25C49AD4-45C2-4448-952E-9F40F4ED1A17}" type="presParOf" srcId="{B3FC1C6F-94B1-452E-9BCD-C602C6073012}" destId="{C2F20201-582F-4722-B246-C95CF59C1308}" srcOrd="7" destOrd="0" presId="urn:microsoft.com/office/officeart/2018/2/layout/IconVerticalSolidList"/>
    <dgm:cxn modelId="{00DB5CCB-70F3-4372-BAAD-E72B3DBCC7A2}" type="presParOf" srcId="{B3FC1C6F-94B1-452E-9BCD-C602C6073012}" destId="{04E4B8CC-6131-4459-8D1A-DB4E56985C5E}" srcOrd="8" destOrd="0" presId="urn:microsoft.com/office/officeart/2018/2/layout/IconVerticalSolidList"/>
    <dgm:cxn modelId="{47188735-E62F-4AB9-99C5-A770C9A2B713}" type="presParOf" srcId="{04E4B8CC-6131-4459-8D1A-DB4E56985C5E}" destId="{62FDB1E4-4862-435A-B356-7F28915077AD}" srcOrd="0" destOrd="0" presId="urn:microsoft.com/office/officeart/2018/2/layout/IconVerticalSolidList"/>
    <dgm:cxn modelId="{EF14D3BD-5121-4423-9003-FC7B8E3E7962}" type="presParOf" srcId="{04E4B8CC-6131-4459-8D1A-DB4E56985C5E}" destId="{F7B004E7-20AC-4EAA-97C3-404BF307B11A}" srcOrd="1" destOrd="0" presId="urn:microsoft.com/office/officeart/2018/2/layout/IconVerticalSolidList"/>
    <dgm:cxn modelId="{A11B34FA-45F3-4262-AACB-154E81B00933}" type="presParOf" srcId="{04E4B8CC-6131-4459-8D1A-DB4E56985C5E}" destId="{725741F5-CD48-4A23-9342-59CE94F12099}" srcOrd="2" destOrd="0" presId="urn:microsoft.com/office/officeart/2018/2/layout/IconVerticalSolidList"/>
    <dgm:cxn modelId="{9F77A6E2-3569-4832-9307-FB1930EA7FE4}" type="presParOf" srcId="{04E4B8CC-6131-4459-8D1A-DB4E56985C5E}" destId="{214EDF69-8ADE-4D1B-B864-2D03B7ADC0CE}" srcOrd="3" destOrd="0" presId="urn:microsoft.com/office/officeart/2018/2/layout/IconVerticalSolidList"/>
    <dgm:cxn modelId="{6E9430F0-0ABD-4D2A-AB0F-1536F664C0EE}" type="presParOf" srcId="{B3FC1C6F-94B1-452E-9BCD-C602C6073012}" destId="{EAB560F4-425E-4326-B434-86452178AB3C}" srcOrd="9" destOrd="0" presId="urn:microsoft.com/office/officeart/2018/2/layout/IconVerticalSolidList"/>
    <dgm:cxn modelId="{7C832AD0-EEFB-4268-BB5E-23A4FE75456B}" type="presParOf" srcId="{B3FC1C6F-94B1-452E-9BCD-C602C6073012}" destId="{7E75E8E2-B407-4860-8907-44278DEA90A9}" srcOrd="10" destOrd="0" presId="urn:microsoft.com/office/officeart/2018/2/layout/IconVerticalSolidList"/>
    <dgm:cxn modelId="{339DA209-5FE5-4B5F-8C3C-9B1DE29B4C95}" type="presParOf" srcId="{7E75E8E2-B407-4860-8907-44278DEA90A9}" destId="{3E0B5059-C940-4DE2-8695-2B52E4459513}" srcOrd="0" destOrd="0" presId="urn:microsoft.com/office/officeart/2018/2/layout/IconVerticalSolidList"/>
    <dgm:cxn modelId="{D15C6B07-D724-4D4B-A744-C2496FCBD687}" type="presParOf" srcId="{7E75E8E2-B407-4860-8907-44278DEA90A9}" destId="{D2AECD5C-2C72-492A-A5EF-4D12E34ADA5E}" srcOrd="1" destOrd="0" presId="urn:microsoft.com/office/officeart/2018/2/layout/IconVerticalSolidList"/>
    <dgm:cxn modelId="{567E29E9-1A08-4FBA-8D04-E8A6819980E2}" type="presParOf" srcId="{7E75E8E2-B407-4860-8907-44278DEA90A9}" destId="{A1C6EA68-08A0-406C-8D65-944A183A2792}" srcOrd="2" destOrd="0" presId="urn:microsoft.com/office/officeart/2018/2/layout/IconVerticalSolidList"/>
    <dgm:cxn modelId="{1D97955B-8B53-4DB6-A9FE-EA1BC6608F11}" type="presParOf" srcId="{7E75E8E2-B407-4860-8907-44278DEA90A9}" destId="{BFE1FD42-52E9-450F-99E7-20611274B8F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8B568C-2BA6-4AEF-98B7-9F4B94660BC1}">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5E8E92-B0F3-4D40-97BB-CAE1691E4854}">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FDCE9A-615D-488B-B690-741D92BAFF41}">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s-US" sz="2100" b="1" kern="1200"/>
            <a:t>Introducción</a:t>
          </a:r>
          <a:endParaRPr lang="en-US" sz="2100" kern="1200"/>
        </a:p>
      </dsp:txBody>
      <dsp:txXfrm>
        <a:off x="1435590" y="531"/>
        <a:ext cx="9080009" cy="1242935"/>
      </dsp:txXfrm>
    </dsp:sp>
    <dsp:sp modelId="{C9639E38-C2CE-4041-8043-72039333DF9D}">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2F112A-AA61-4831-BE51-2D80AA219932}">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B2C8B6-8EAD-4406-BB09-9C15F9BD35ED}">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s-US" sz="2100" kern="1200"/>
            <a:t>En esta actividad se realizó el análisis y diseño inicial de un software antes de comenzar la programación. </a:t>
          </a:r>
          <a:br>
            <a:rPr lang="es-US" sz="2100" kern="1200"/>
          </a:br>
          <a:r>
            <a:rPr lang="es-US" sz="2100" kern="1200"/>
            <a:t>El programa seleccionado fue el </a:t>
          </a:r>
          <a:r>
            <a:rPr lang="es-US" sz="2100" b="1" kern="1200"/>
            <a:t>“Juego del Ahorcado”.</a:t>
          </a:r>
          <a:endParaRPr lang="en-US" sz="2100" kern="1200" dirty="0"/>
        </a:p>
      </dsp:txBody>
      <dsp:txXfrm>
        <a:off x="1435590" y="1554201"/>
        <a:ext cx="9080009" cy="1242935"/>
      </dsp:txXfrm>
    </dsp:sp>
    <dsp:sp modelId="{7676B329-E726-4C14-B402-96C1D9A80FC6}">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88003D-3CF9-40B3-8FAC-6FE79A73AD13}">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C7C921-13F7-418E-BD5F-2E7592B978D0}">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s-US" sz="2100" kern="1200"/>
            <a:t>El objetivo principal es diseñar los diagramas funcionales y la arquitectura del sistema para comprender cómo funcionará el programa y cómo interactuará el usuario con él.</a:t>
          </a:r>
          <a:endParaRPr lang="en-US" sz="2100" kern="1200" dirty="0"/>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9AF960-EB3B-468B-AC6D-5B04CABFA303}">
      <dsp:nvSpPr>
        <dsp:cNvPr id="0" name=""/>
        <dsp:cNvSpPr/>
      </dsp:nvSpPr>
      <dsp:spPr>
        <a:xfrm>
          <a:off x="0" y="22673"/>
          <a:ext cx="6245265" cy="27518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s-US" sz="1400" kern="1200" dirty="0"/>
            <a:t>Para el “JUEGO DEL AHORCADO” el usuario debe iniciar sesión dentro de la aplicación para poder iniciar una partida, el programa le muestra los espacios de la palabra oculta para que el usuario/jugador piense e ingrese una letra por cada turno, el programa valida la letra y  si esta dentro de la palabra oculta el programa revela la letra de la palabra y pasa al siguiente intento, pero si la letra ingresada por el jugador/usuario no es validada por el sistema dentro de la palabra el jugador/usuario pierde un intento, entonces el programa ira formando la figura hasta completar el dibujo del ahorcado, si el jugador/usuario termina la palabra antes de perder todos los intentos, entonces gana la partida. Por el contrario si el jugador/usuario no logra acertar las letras dentro de la palabra en los intentos determinados por el juego automáticamente pierde la partida.</a:t>
          </a:r>
          <a:endParaRPr lang="en-US" sz="1400" kern="1200" dirty="0"/>
        </a:p>
      </dsp:txBody>
      <dsp:txXfrm>
        <a:off x="134334" y="157007"/>
        <a:ext cx="5976597" cy="2483172"/>
      </dsp:txXfrm>
    </dsp:sp>
    <dsp:sp modelId="{6AC079BA-BCB5-41F9-ABED-49FE554104A0}">
      <dsp:nvSpPr>
        <dsp:cNvPr id="0" name=""/>
        <dsp:cNvSpPr/>
      </dsp:nvSpPr>
      <dsp:spPr>
        <a:xfrm>
          <a:off x="0" y="2814833"/>
          <a:ext cx="6245265" cy="27518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US" sz="1400" kern="1200" dirty="0"/>
            <a:t>El programa también deberá mostrar los intentos restantes, actualizar los avances dentro de la palabra, mostrar el resultado final de la palabra y proporcionar una opción de pista para que el usuario decida en que momento dentro de la partida utilizarla.</a:t>
          </a:r>
          <a:endParaRPr lang="en-US" sz="1400" kern="1200" dirty="0"/>
        </a:p>
      </dsp:txBody>
      <dsp:txXfrm>
        <a:off x="134334" y="2949167"/>
        <a:ext cx="5976597" cy="24831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846EC2-3D5F-4A9D-8AE1-C6926A05F6AD}">
      <dsp:nvSpPr>
        <dsp:cNvPr id="0" name=""/>
        <dsp:cNvSpPr/>
      </dsp:nvSpPr>
      <dsp:spPr>
        <a:xfrm>
          <a:off x="0" y="1808"/>
          <a:ext cx="6245265" cy="7704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9A7F2E-8D74-416D-8069-12139F2DF6C8}">
      <dsp:nvSpPr>
        <dsp:cNvPr id="0" name=""/>
        <dsp:cNvSpPr/>
      </dsp:nvSpPr>
      <dsp:spPr>
        <a:xfrm>
          <a:off x="233059" y="175158"/>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EE7ED-EB86-4331-9F97-68290FE25C83}">
      <dsp:nvSpPr>
        <dsp:cNvPr id="0" name=""/>
        <dsp:cNvSpPr/>
      </dsp:nvSpPr>
      <dsp:spPr>
        <a:xfrm>
          <a:off x="889864" y="1808"/>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90000"/>
            </a:lnSpc>
            <a:spcBef>
              <a:spcPct val="0"/>
            </a:spcBef>
            <a:spcAft>
              <a:spcPct val="35000"/>
            </a:spcAft>
            <a:buNone/>
          </a:pPr>
          <a:r>
            <a:rPr lang="es-US" sz="1500" kern="1200"/>
            <a:t>El análisis y diseño previo del software permite comprender mejor cómo funcionará el sistema antes de programarlo.</a:t>
          </a:r>
          <a:endParaRPr lang="en-US" sz="1500" kern="1200"/>
        </a:p>
      </dsp:txBody>
      <dsp:txXfrm>
        <a:off x="889864" y="1808"/>
        <a:ext cx="5355400" cy="770445"/>
      </dsp:txXfrm>
    </dsp:sp>
    <dsp:sp modelId="{341C9880-7205-4AC5-A02E-06D80F85D67C}">
      <dsp:nvSpPr>
        <dsp:cNvPr id="0" name=""/>
        <dsp:cNvSpPr/>
      </dsp:nvSpPr>
      <dsp:spPr>
        <a:xfrm>
          <a:off x="0" y="964865"/>
          <a:ext cx="6245265" cy="77044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302D98-13F0-458A-8546-1887F8A6A7B5}">
      <dsp:nvSpPr>
        <dsp:cNvPr id="0" name=""/>
        <dsp:cNvSpPr/>
      </dsp:nvSpPr>
      <dsp:spPr>
        <a:xfrm>
          <a:off x="233059" y="1138215"/>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060282-E321-466E-91B8-4FE358FD07B5}">
      <dsp:nvSpPr>
        <dsp:cNvPr id="0" name=""/>
        <dsp:cNvSpPr/>
      </dsp:nvSpPr>
      <dsp:spPr>
        <a:xfrm>
          <a:off x="889864" y="964865"/>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90000"/>
            </a:lnSpc>
            <a:spcBef>
              <a:spcPct val="0"/>
            </a:spcBef>
            <a:spcAft>
              <a:spcPct val="35000"/>
            </a:spcAft>
            <a:buNone/>
          </a:pPr>
          <a:r>
            <a:rPr lang="es-US" sz="1500" kern="1200"/>
            <a:t>Mediante los diagramas funcionales y de arquitectura se logró identificar:</a:t>
          </a:r>
          <a:endParaRPr lang="en-US" sz="1500" kern="1200"/>
        </a:p>
      </dsp:txBody>
      <dsp:txXfrm>
        <a:off x="889864" y="964865"/>
        <a:ext cx="5355400" cy="770445"/>
      </dsp:txXfrm>
    </dsp:sp>
    <dsp:sp modelId="{A2537F0C-EFB1-4332-92D6-9CDC6286B1E2}">
      <dsp:nvSpPr>
        <dsp:cNvPr id="0" name=""/>
        <dsp:cNvSpPr/>
      </dsp:nvSpPr>
      <dsp:spPr>
        <a:xfrm>
          <a:off x="0" y="1927922"/>
          <a:ext cx="6245265" cy="77044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A0BEB9-3B99-46DC-BC49-4295D8D4DAD0}">
      <dsp:nvSpPr>
        <dsp:cNvPr id="0" name=""/>
        <dsp:cNvSpPr/>
      </dsp:nvSpPr>
      <dsp:spPr>
        <a:xfrm>
          <a:off x="233059" y="2101272"/>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F3DB8A-BBF2-4E52-85B4-B76B129AAAA3}">
      <dsp:nvSpPr>
        <dsp:cNvPr id="0" name=""/>
        <dsp:cNvSpPr/>
      </dsp:nvSpPr>
      <dsp:spPr>
        <a:xfrm>
          <a:off x="889864" y="1927922"/>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90000"/>
            </a:lnSpc>
            <a:spcBef>
              <a:spcPct val="0"/>
            </a:spcBef>
            <a:spcAft>
              <a:spcPct val="35000"/>
            </a:spcAft>
            <a:buNone/>
          </a:pPr>
          <a:r>
            <a:rPr lang="es-US" sz="1500" kern="1200"/>
            <a:t>Las funcionalidades principales del juego</a:t>
          </a:r>
          <a:endParaRPr lang="en-US" sz="1500" kern="1200"/>
        </a:p>
      </dsp:txBody>
      <dsp:txXfrm>
        <a:off x="889864" y="1927922"/>
        <a:ext cx="5355400" cy="770445"/>
      </dsp:txXfrm>
    </dsp:sp>
    <dsp:sp modelId="{A9F5F20F-06A5-4FCF-877E-BFB28B2C8B20}">
      <dsp:nvSpPr>
        <dsp:cNvPr id="0" name=""/>
        <dsp:cNvSpPr/>
      </dsp:nvSpPr>
      <dsp:spPr>
        <a:xfrm>
          <a:off x="0" y="2890979"/>
          <a:ext cx="6245265" cy="77044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B419C4-D0E0-49EA-AFDC-FF95DB1774B7}">
      <dsp:nvSpPr>
        <dsp:cNvPr id="0" name=""/>
        <dsp:cNvSpPr/>
      </dsp:nvSpPr>
      <dsp:spPr>
        <a:xfrm>
          <a:off x="233059" y="3064329"/>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012C31-0DC6-4EBB-9DEE-ADE139BD9002}">
      <dsp:nvSpPr>
        <dsp:cNvPr id="0" name=""/>
        <dsp:cNvSpPr/>
      </dsp:nvSpPr>
      <dsp:spPr>
        <a:xfrm>
          <a:off x="889864" y="2890979"/>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90000"/>
            </a:lnSpc>
            <a:spcBef>
              <a:spcPct val="0"/>
            </a:spcBef>
            <a:spcAft>
              <a:spcPct val="35000"/>
            </a:spcAft>
            <a:buNone/>
          </a:pPr>
          <a:r>
            <a:rPr lang="es-US" sz="1500" kern="1200"/>
            <a:t>La interacción del usuario</a:t>
          </a:r>
          <a:endParaRPr lang="en-US" sz="1500" kern="1200"/>
        </a:p>
      </dsp:txBody>
      <dsp:txXfrm>
        <a:off x="889864" y="2890979"/>
        <a:ext cx="5355400" cy="770445"/>
      </dsp:txXfrm>
    </dsp:sp>
    <dsp:sp modelId="{62FDB1E4-4862-435A-B356-7F28915077AD}">
      <dsp:nvSpPr>
        <dsp:cNvPr id="0" name=""/>
        <dsp:cNvSpPr/>
      </dsp:nvSpPr>
      <dsp:spPr>
        <a:xfrm>
          <a:off x="0" y="3854036"/>
          <a:ext cx="6245265" cy="77044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B004E7-20AC-4EAA-97C3-404BF307B11A}">
      <dsp:nvSpPr>
        <dsp:cNvPr id="0" name=""/>
        <dsp:cNvSpPr/>
      </dsp:nvSpPr>
      <dsp:spPr>
        <a:xfrm>
          <a:off x="233059" y="4027386"/>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4EDF69-8ADE-4D1B-B864-2D03B7ADC0CE}">
      <dsp:nvSpPr>
        <dsp:cNvPr id="0" name=""/>
        <dsp:cNvSpPr/>
      </dsp:nvSpPr>
      <dsp:spPr>
        <a:xfrm>
          <a:off x="889864" y="3854036"/>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90000"/>
            </a:lnSpc>
            <a:spcBef>
              <a:spcPct val="0"/>
            </a:spcBef>
            <a:spcAft>
              <a:spcPct val="35000"/>
            </a:spcAft>
            <a:buNone/>
          </a:pPr>
          <a:r>
            <a:rPr lang="es-US" sz="1500" kern="1200"/>
            <a:t>La estructura general del sistema</a:t>
          </a:r>
          <a:endParaRPr lang="en-US" sz="1500" kern="1200"/>
        </a:p>
      </dsp:txBody>
      <dsp:txXfrm>
        <a:off x="889864" y="3854036"/>
        <a:ext cx="5355400" cy="770445"/>
      </dsp:txXfrm>
    </dsp:sp>
    <dsp:sp modelId="{3E0B5059-C940-4DE2-8695-2B52E4459513}">
      <dsp:nvSpPr>
        <dsp:cNvPr id="0" name=""/>
        <dsp:cNvSpPr/>
      </dsp:nvSpPr>
      <dsp:spPr>
        <a:xfrm>
          <a:off x="0" y="4817093"/>
          <a:ext cx="6245265" cy="7704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AECD5C-2C72-492A-A5EF-4D12E34ADA5E}">
      <dsp:nvSpPr>
        <dsp:cNvPr id="0" name=""/>
        <dsp:cNvSpPr/>
      </dsp:nvSpPr>
      <dsp:spPr>
        <a:xfrm>
          <a:off x="233059" y="4990443"/>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E1FD42-52E9-450F-99E7-20611274B8F6}">
      <dsp:nvSpPr>
        <dsp:cNvPr id="0" name=""/>
        <dsp:cNvSpPr/>
      </dsp:nvSpPr>
      <dsp:spPr>
        <a:xfrm>
          <a:off x="889864" y="4817093"/>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90000"/>
            </a:lnSpc>
            <a:spcBef>
              <a:spcPct val="0"/>
            </a:spcBef>
            <a:spcAft>
              <a:spcPct val="35000"/>
            </a:spcAft>
            <a:buNone/>
          </a:pPr>
          <a:r>
            <a:rPr lang="es-US" sz="1500" kern="1200"/>
            <a:t>Este proceso ayuda a organizar el desarrollo del software de manera más clara y ordenada.</a:t>
          </a:r>
          <a:endParaRPr lang="en-US" sz="1500" kern="1200"/>
        </a:p>
      </dsp:txBody>
      <dsp:txXfrm>
        <a:off x="889864" y="4817093"/>
        <a:ext cx="5355400" cy="7704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8C1013-502E-F94D-10DE-45A3E62D9E43}"/>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US"/>
          </a:p>
        </p:txBody>
      </p:sp>
      <p:sp>
        <p:nvSpPr>
          <p:cNvPr id="3" name="Subtítulo 2">
            <a:extLst>
              <a:ext uri="{FF2B5EF4-FFF2-40B4-BE49-F238E27FC236}">
                <a16:creationId xmlns:a16="http://schemas.microsoft.com/office/drawing/2014/main" id="{A8D15861-4646-7BA7-5314-13390205FA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US"/>
          </a:p>
        </p:txBody>
      </p:sp>
      <p:sp>
        <p:nvSpPr>
          <p:cNvPr id="4" name="Marcador de fecha 3">
            <a:extLst>
              <a:ext uri="{FF2B5EF4-FFF2-40B4-BE49-F238E27FC236}">
                <a16:creationId xmlns:a16="http://schemas.microsoft.com/office/drawing/2014/main" id="{DBF7396F-9E44-82FB-2ADC-AA75A725E6A7}"/>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5" name="Marcador de pie de página 4">
            <a:extLst>
              <a:ext uri="{FF2B5EF4-FFF2-40B4-BE49-F238E27FC236}">
                <a16:creationId xmlns:a16="http://schemas.microsoft.com/office/drawing/2014/main" id="{5EEC41A0-2E82-43F3-B424-EB406E1EA1D7}"/>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2DC87E9D-209A-0E1D-3FEC-71B267FB389D}"/>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1088074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A931C7-6C72-F8BF-3D08-36888FA60B72}"/>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3E6484BC-B46F-D987-838E-20F077B834AE}"/>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107E9696-6D97-DE17-64E5-B01D43AC4F6A}"/>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5" name="Marcador de pie de página 4">
            <a:extLst>
              <a:ext uri="{FF2B5EF4-FFF2-40B4-BE49-F238E27FC236}">
                <a16:creationId xmlns:a16="http://schemas.microsoft.com/office/drawing/2014/main" id="{A17F0190-4D1F-69A6-DEA8-793663FF6D36}"/>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1EE6D50D-264C-9EFD-A427-C56262E19EF9}"/>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977480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85B26B-FDDB-3993-BF22-9123FF0486B2}"/>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6D20B5F6-5636-16E0-10E3-28482469F9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2D8685A-78CE-D890-E430-25B958DD6474}"/>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5" name="Marcador de pie de página 4">
            <a:extLst>
              <a:ext uri="{FF2B5EF4-FFF2-40B4-BE49-F238E27FC236}">
                <a16:creationId xmlns:a16="http://schemas.microsoft.com/office/drawing/2014/main" id="{41867AD1-1B06-C2F5-9C4F-AA4041079C54}"/>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B80A882D-91A9-CCCA-07F4-90100146A359}"/>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2588430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2B6FEB-0D13-1C58-42AA-247BF94599C9}"/>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A7DF8C99-4A36-F743-8196-F78578EBD9DF}"/>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contenido 3">
            <a:extLst>
              <a:ext uri="{FF2B5EF4-FFF2-40B4-BE49-F238E27FC236}">
                <a16:creationId xmlns:a16="http://schemas.microsoft.com/office/drawing/2014/main" id="{EC8A4FAA-7A45-6641-E6D3-800B40C395E0}"/>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fecha 4">
            <a:extLst>
              <a:ext uri="{FF2B5EF4-FFF2-40B4-BE49-F238E27FC236}">
                <a16:creationId xmlns:a16="http://schemas.microsoft.com/office/drawing/2014/main" id="{2B13F170-169E-56B0-8C54-78DDE9BBD08D}"/>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6" name="Marcador de pie de página 5">
            <a:extLst>
              <a:ext uri="{FF2B5EF4-FFF2-40B4-BE49-F238E27FC236}">
                <a16:creationId xmlns:a16="http://schemas.microsoft.com/office/drawing/2014/main" id="{9A4955AD-763B-52D0-130A-30B57A983472}"/>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C26014B3-FAC3-92E1-E04C-EABC71EA210B}"/>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1177765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5D92C0-0E71-7C80-8875-83C5F55153B7}"/>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9933636D-CFD6-F3D6-9466-7F2B1DB916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86CF53A2-3FE4-9A24-E654-D3DC34994A24}"/>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texto 4">
            <a:extLst>
              <a:ext uri="{FF2B5EF4-FFF2-40B4-BE49-F238E27FC236}">
                <a16:creationId xmlns:a16="http://schemas.microsoft.com/office/drawing/2014/main" id="{6065E975-6307-4814-21FA-DFAAEB85F0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8B39EC78-890E-08E5-0087-7BDFF7873C16}"/>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7" name="Marcador de fecha 6">
            <a:extLst>
              <a:ext uri="{FF2B5EF4-FFF2-40B4-BE49-F238E27FC236}">
                <a16:creationId xmlns:a16="http://schemas.microsoft.com/office/drawing/2014/main" id="{397A1276-0327-60CF-7638-7C4A6F93BA2B}"/>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8" name="Marcador de pie de página 7">
            <a:extLst>
              <a:ext uri="{FF2B5EF4-FFF2-40B4-BE49-F238E27FC236}">
                <a16:creationId xmlns:a16="http://schemas.microsoft.com/office/drawing/2014/main" id="{51900A1C-40BD-C805-8318-502A5D30E869}"/>
              </a:ext>
            </a:extLst>
          </p:cNvPr>
          <p:cNvSpPr>
            <a:spLocks noGrp="1"/>
          </p:cNvSpPr>
          <p:nvPr>
            <p:ph type="ftr" sz="quarter" idx="11"/>
          </p:nvPr>
        </p:nvSpPr>
        <p:spPr/>
        <p:txBody>
          <a:bodyPr/>
          <a:lstStyle/>
          <a:p>
            <a:endParaRPr lang="es-US"/>
          </a:p>
        </p:txBody>
      </p:sp>
      <p:sp>
        <p:nvSpPr>
          <p:cNvPr id="9" name="Marcador de número de diapositiva 8">
            <a:extLst>
              <a:ext uri="{FF2B5EF4-FFF2-40B4-BE49-F238E27FC236}">
                <a16:creationId xmlns:a16="http://schemas.microsoft.com/office/drawing/2014/main" id="{000E9F83-09F2-0A80-1613-5151C9CF6D28}"/>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4260564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53D009-E660-7151-7D4F-3ED198EA1666}"/>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fecha 2">
            <a:extLst>
              <a:ext uri="{FF2B5EF4-FFF2-40B4-BE49-F238E27FC236}">
                <a16:creationId xmlns:a16="http://schemas.microsoft.com/office/drawing/2014/main" id="{14D8925C-9199-EAA0-6AA9-3346DE819EBD}"/>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4" name="Marcador de pie de página 3">
            <a:extLst>
              <a:ext uri="{FF2B5EF4-FFF2-40B4-BE49-F238E27FC236}">
                <a16:creationId xmlns:a16="http://schemas.microsoft.com/office/drawing/2014/main" id="{9E4D1EA1-211A-6982-3A3F-7681318595A0}"/>
              </a:ext>
            </a:extLst>
          </p:cNvPr>
          <p:cNvSpPr>
            <a:spLocks noGrp="1"/>
          </p:cNvSpPr>
          <p:nvPr>
            <p:ph type="ftr" sz="quarter" idx="11"/>
          </p:nvPr>
        </p:nvSpPr>
        <p:spPr/>
        <p:txBody>
          <a:bodyPr/>
          <a:lstStyle/>
          <a:p>
            <a:endParaRPr lang="es-US"/>
          </a:p>
        </p:txBody>
      </p:sp>
      <p:sp>
        <p:nvSpPr>
          <p:cNvPr id="5" name="Marcador de número de diapositiva 4">
            <a:extLst>
              <a:ext uri="{FF2B5EF4-FFF2-40B4-BE49-F238E27FC236}">
                <a16:creationId xmlns:a16="http://schemas.microsoft.com/office/drawing/2014/main" id="{401609CA-C21D-1AEA-B658-9BAAE0002016}"/>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2943706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276C65-AD23-F5F4-3EA8-F4023503E920}"/>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3" name="Marcador de pie de página 2">
            <a:extLst>
              <a:ext uri="{FF2B5EF4-FFF2-40B4-BE49-F238E27FC236}">
                <a16:creationId xmlns:a16="http://schemas.microsoft.com/office/drawing/2014/main" id="{EB6CD7DB-94F9-EA05-2DDE-EA2A5127AC41}"/>
              </a:ext>
            </a:extLst>
          </p:cNvPr>
          <p:cNvSpPr>
            <a:spLocks noGrp="1"/>
          </p:cNvSpPr>
          <p:nvPr>
            <p:ph type="ftr" sz="quarter" idx="11"/>
          </p:nvPr>
        </p:nvSpPr>
        <p:spPr/>
        <p:txBody>
          <a:bodyPr/>
          <a:lstStyle/>
          <a:p>
            <a:endParaRPr lang="es-US"/>
          </a:p>
        </p:txBody>
      </p:sp>
      <p:sp>
        <p:nvSpPr>
          <p:cNvPr id="4" name="Marcador de número de diapositiva 3">
            <a:extLst>
              <a:ext uri="{FF2B5EF4-FFF2-40B4-BE49-F238E27FC236}">
                <a16:creationId xmlns:a16="http://schemas.microsoft.com/office/drawing/2014/main" id="{B23A6672-5C93-00CB-6989-F76AA60555D5}"/>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3769186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EC038-CAFF-6D5D-5D3A-8C96EBBB260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337E8D2F-046A-ED97-0208-06B8B3277B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texto 3">
            <a:extLst>
              <a:ext uri="{FF2B5EF4-FFF2-40B4-BE49-F238E27FC236}">
                <a16:creationId xmlns:a16="http://schemas.microsoft.com/office/drawing/2014/main" id="{C4F5900E-0BAD-F131-A98B-63B832B69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8F5A1A8F-5887-8983-DBC9-9935CF9DCBC4}"/>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6" name="Marcador de pie de página 5">
            <a:extLst>
              <a:ext uri="{FF2B5EF4-FFF2-40B4-BE49-F238E27FC236}">
                <a16:creationId xmlns:a16="http://schemas.microsoft.com/office/drawing/2014/main" id="{6D8FE6CE-91D3-5608-3F8C-1DB3219ADE83}"/>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5738C19E-CF5B-D4FB-9271-084F98B0E506}"/>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900755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7DDFF-53FD-A355-817B-D2017A26AC5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posición de imagen 2">
            <a:extLst>
              <a:ext uri="{FF2B5EF4-FFF2-40B4-BE49-F238E27FC236}">
                <a16:creationId xmlns:a16="http://schemas.microsoft.com/office/drawing/2014/main" id="{EF80F725-541A-6BE9-531F-AD064219B9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US"/>
          </a:p>
        </p:txBody>
      </p:sp>
      <p:sp>
        <p:nvSpPr>
          <p:cNvPr id="4" name="Marcador de texto 3">
            <a:extLst>
              <a:ext uri="{FF2B5EF4-FFF2-40B4-BE49-F238E27FC236}">
                <a16:creationId xmlns:a16="http://schemas.microsoft.com/office/drawing/2014/main" id="{BEC505CB-0EAE-CFE8-6551-AB12748DB0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A96FD15F-4970-5557-A666-9E0120F6B1D9}"/>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6" name="Marcador de pie de página 5">
            <a:extLst>
              <a:ext uri="{FF2B5EF4-FFF2-40B4-BE49-F238E27FC236}">
                <a16:creationId xmlns:a16="http://schemas.microsoft.com/office/drawing/2014/main" id="{F30CA33A-3E6B-AE6A-68B8-D6918C7035B3}"/>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18B19964-8B3F-D0FB-6597-DDAC8E1499D9}"/>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3205800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100DE9-A641-BFA5-C88C-DB3AF3540F5A}"/>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E5A81785-8373-A87D-76F7-66C2BB7BF9E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3378A817-E362-BBDA-AFD1-94667748CB3F}"/>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5" name="Marcador de pie de página 4">
            <a:extLst>
              <a:ext uri="{FF2B5EF4-FFF2-40B4-BE49-F238E27FC236}">
                <a16:creationId xmlns:a16="http://schemas.microsoft.com/office/drawing/2014/main" id="{71F8227D-5976-6A02-02E8-37C8B3848F9C}"/>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C8FB8CD1-C4E3-DB57-0BDC-6145EF1E6458}"/>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1545133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D54950F-E78C-D37B-FEF4-CE69C7DE05B3}"/>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8442A53B-0582-12D8-29D0-EDBFF7EB5DC1}"/>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18886D39-92F9-6E30-0556-65072DF51885}"/>
              </a:ext>
            </a:extLst>
          </p:cNvPr>
          <p:cNvSpPr>
            <a:spLocks noGrp="1"/>
          </p:cNvSpPr>
          <p:nvPr>
            <p:ph type="dt" sz="half" idx="10"/>
          </p:nvPr>
        </p:nvSpPr>
        <p:spPr/>
        <p:txBody>
          <a:bodyPr/>
          <a:lstStyle/>
          <a:p>
            <a:fld id="{BA51E5F3-A8DE-4FFD-9B42-3DAC85508AE2}" type="datetimeFigureOut">
              <a:rPr lang="es-US" smtClean="0"/>
              <a:t>5/31/2026</a:t>
            </a:fld>
            <a:endParaRPr lang="es-US"/>
          </a:p>
        </p:txBody>
      </p:sp>
      <p:sp>
        <p:nvSpPr>
          <p:cNvPr id="5" name="Marcador de pie de página 4">
            <a:extLst>
              <a:ext uri="{FF2B5EF4-FFF2-40B4-BE49-F238E27FC236}">
                <a16:creationId xmlns:a16="http://schemas.microsoft.com/office/drawing/2014/main" id="{4F25B0FB-B8C3-1BBB-8546-7040B422EC02}"/>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99AB23F7-E3C7-479E-ED0A-8B1A56F14CB5}"/>
              </a:ext>
            </a:extLst>
          </p:cNvPr>
          <p:cNvSpPr>
            <a:spLocks noGrp="1"/>
          </p:cNvSpPr>
          <p:nvPr>
            <p:ph type="sldNum" sz="quarter" idx="12"/>
          </p:nvPr>
        </p:nvSpPr>
        <p:spPr/>
        <p:txBody>
          <a:bodyPr/>
          <a:lstStyle/>
          <a:p>
            <a:fld id="{9BDD41C3-0C28-4585-8518-3A5C7B938599}" type="slidenum">
              <a:rPr lang="es-US" smtClean="0"/>
              <a:t>‹Nº›</a:t>
            </a:fld>
            <a:endParaRPr lang="es-US"/>
          </a:p>
        </p:txBody>
      </p:sp>
    </p:spTree>
    <p:extLst>
      <p:ext uri="{BB962C8B-B14F-4D97-AF65-F5344CB8AC3E}">
        <p14:creationId xmlns:p14="http://schemas.microsoft.com/office/powerpoint/2010/main" val="2044678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62CCC55-CE5B-76FA-DAF8-0D020A602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EDE70AE3-A98D-4FEF-95F3-E9B0C759B9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7231060B-E7D0-1D5F-A454-822C63A797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51E5F3-A8DE-4FFD-9B42-3DAC85508AE2}" type="datetimeFigureOut">
              <a:rPr lang="es-US" smtClean="0"/>
              <a:t>5/31/2026</a:t>
            </a:fld>
            <a:endParaRPr lang="es-US"/>
          </a:p>
        </p:txBody>
      </p:sp>
      <p:sp>
        <p:nvSpPr>
          <p:cNvPr id="5" name="Marcador de pie de página 4">
            <a:extLst>
              <a:ext uri="{FF2B5EF4-FFF2-40B4-BE49-F238E27FC236}">
                <a16:creationId xmlns:a16="http://schemas.microsoft.com/office/drawing/2014/main" id="{3F816E24-0C65-2318-0340-096292FDEE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US"/>
          </a:p>
        </p:txBody>
      </p:sp>
      <p:sp>
        <p:nvSpPr>
          <p:cNvPr id="6" name="Marcador de número de diapositiva 5">
            <a:extLst>
              <a:ext uri="{FF2B5EF4-FFF2-40B4-BE49-F238E27FC236}">
                <a16:creationId xmlns:a16="http://schemas.microsoft.com/office/drawing/2014/main" id="{D294004C-6927-D181-3756-9CD9BB908F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DD41C3-0C28-4585-8518-3A5C7B938599}" type="slidenum">
              <a:rPr lang="es-US" smtClean="0"/>
              <a:t>‹Nº›</a:t>
            </a:fld>
            <a:endParaRPr lang="es-US"/>
          </a:p>
        </p:txBody>
      </p:sp>
    </p:spTree>
    <p:extLst>
      <p:ext uri="{BB962C8B-B14F-4D97-AF65-F5344CB8AC3E}">
        <p14:creationId xmlns:p14="http://schemas.microsoft.com/office/powerpoint/2010/main" val="808535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8">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82B13B1-80F6-6B54-7584-2EADBA899935}"/>
              </a:ext>
            </a:extLst>
          </p:cNvPr>
          <p:cNvSpPr>
            <a:spLocks noGrp="1"/>
          </p:cNvSpPr>
          <p:nvPr>
            <p:ph type="ctrTitle"/>
          </p:nvPr>
        </p:nvSpPr>
        <p:spPr>
          <a:xfrm>
            <a:off x="638882" y="3577456"/>
            <a:ext cx="10909640" cy="1687814"/>
          </a:xfrm>
        </p:spPr>
        <p:txBody>
          <a:bodyPr anchor="b">
            <a:normAutofit/>
          </a:bodyPr>
          <a:lstStyle/>
          <a:p>
            <a:r>
              <a:rPr lang="es-US" sz="3600" dirty="0"/>
              <a:t>LÓGICA DE PROGRAMACIÓN</a:t>
            </a:r>
            <a:br>
              <a:rPr lang="es-US" sz="3600" dirty="0"/>
            </a:br>
            <a:r>
              <a:rPr lang="es-US" sz="3600" b="1" dirty="0">
                <a:latin typeface="Times New Roman" panose="02020603050405020304" pitchFamily="18" charset="0"/>
                <a:cs typeface="Times New Roman" panose="02020603050405020304" pitchFamily="18" charset="0"/>
              </a:rPr>
              <a:t>Docente: Carlos Andrés Arévalo Torres</a:t>
            </a:r>
            <a:endParaRPr lang="es-US" sz="3600" dirty="0">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id="{527BF07E-B888-BDE7-6A2A-C4BA564DF064}"/>
              </a:ext>
            </a:extLst>
          </p:cNvPr>
          <p:cNvSpPr>
            <a:spLocks noGrp="1"/>
          </p:cNvSpPr>
          <p:nvPr>
            <p:ph type="subTitle" idx="1"/>
          </p:nvPr>
        </p:nvSpPr>
        <p:spPr>
          <a:xfrm>
            <a:off x="638881" y="5660607"/>
            <a:ext cx="10909643" cy="552659"/>
          </a:xfrm>
        </p:spPr>
        <p:txBody>
          <a:bodyPr anchor="t">
            <a:normAutofit fontScale="92500" lnSpcReduction="20000"/>
          </a:bodyPr>
          <a:lstStyle/>
          <a:p>
            <a:r>
              <a:rPr lang="es-US" sz="1800" dirty="0">
                <a:latin typeface="Times New Roman" panose="02020603050405020304" pitchFamily="18" charset="0"/>
                <a:cs typeface="Times New Roman" panose="02020603050405020304" pitchFamily="18" charset="0"/>
              </a:rPr>
              <a:t>Estudiante: Julio Raul De Loor Veloz</a:t>
            </a:r>
          </a:p>
          <a:p>
            <a:r>
              <a:rPr lang="es-US" sz="1300" dirty="0">
                <a:latin typeface="Times New Roman" panose="02020603050405020304" pitchFamily="18" charset="0"/>
                <a:cs typeface="Times New Roman" panose="02020603050405020304" pitchFamily="18" charset="0"/>
              </a:rPr>
              <a:t>31 de mayo del 2026</a:t>
            </a:r>
          </a:p>
        </p:txBody>
      </p:sp>
      <p:pic>
        <p:nvPicPr>
          <p:cNvPr id="7" name="Imagen 6">
            <a:extLst>
              <a:ext uri="{FF2B5EF4-FFF2-40B4-BE49-F238E27FC236}">
                <a16:creationId xmlns:a16="http://schemas.microsoft.com/office/drawing/2014/main" id="{6F419D46-76D8-E94A-B233-313FE2A9BA01}"/>
              </a:ext>
            </a:extLst>
          </p:cNvPr>
          <p:cNvPicPr>
            <a:picLocks noChangeAspect="1"/>
          </p:cNvPicPr>
          <p:nvPr/>
        </p:nvPicPr>
        <p:blipFill>
          <a:blip r:embed="rId2">
            <a:extLst>
              <a:ext uri="{28A0092B-C50C-407E-A947-70E740481C1C}">
                <a14:useLocalDpi xmlns:a14="http://schemas.microsoft.com/office/drawing/2010/main" val="0"/>
              </a:ext>
            </a:extLst>
          </a:blip>
          <a:srcRect l="3333"/>
          <a:stretch>
            <a:fillRect/>
          </a:stretch>
        </p:blipFill>
        <p:spPr>
          <a:xfrm>
            <a:off x="3047020" y="591670"/>
            <a:ext cx="6093364" cy="2742004"/>
          </a:xfrm>
          <a:prstGeom prst="rect">
            <a:avLst/>
          </a:prstGeom>
        </p:spPr>
      </p:pic>
      <p:sp>
        <p:nvSpPr>
          <p:cNvPr id="24"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6889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891B3C-4473-89CB-4136-94F9C7DF58CF}"/>
              </a:ext>
            </a:extLst>
          </p:cNvPr>
          <p:cNvSpPr>
            <a:spLocks noGrp="1"/>
          </p:cNvSpPr>
          <p:nvPr>
            <p:ph type="title"/>
          </p:nvPr>
        </p:nvSpPr>
        <p:spPr/>
        <p:txBody>
          <a:bodyPr/>
          <a:lstStyle/>
          <a:p>
            <a:r>
              <a:rPr lang="es-US" b="1"/>
              <a:t>“Juego del Ahorcado”</a:t>
            </a:r>
            <a:endParaRPr lang="es-US" b="1" dirty="0"/>
          </a:p>
        </p:txBody>
      </p:sp>
      <p:graphicFrame>
        <p:nvGraphicFramePr>
          <p:cNvPr id="17" name="Marcador de contenido 2">
            <a:extLst>
              <a:ext uri="{FF2B5EF4-FFF2-40B4-BE49-F238E27FC236}">
                <a16:creationId xmlns:a16="http://schemas.microsoft.com/office/drawing/2014/main" id="{DED703BB-ED90-7888-4CC0-B383BE7DC48B}"/>
              </a:ext>
            </a:extLst>
          </p:cNvPr>
          <p:cNvGraphicFramePr>
            <a:graphicFrameLocks noGrp="1"/>
          </p:cNvGraphicFramePr>
          <p:nvPr>
            <p:ph idx="1"/>
            <p:extLst>
              <p:ext uri="{D42A27DB-BD31-4B8C-83A1-F6EECF244321}">
                <p14:modId xmlns:p14="http://schemas.microsoft.com/office/powerpoint/2010/main" val="21131174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6449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42706A-6897-94C8-DB07-465FE38A4B8F}"/>
              </a:ext>
            </a:extLst>
          </p:cNvPr>
          <p:cNvSpPr>
            <a:spLocks noGrp="1"/>
          </p:cNvSpPr>
          <p:nvPr>
            <p:ph type="title"/>
          </p:nvPr>
        </p:nvSpPr>
        <p:spPr>
          <a:xfrm>
            <a:off x="572493" y="238539"/>
            <a:ext cx="11018520" cy="1434415"/>
          </a:xfrm>
        </p:spPr>
        <p:txBody>
          <a:bodyPr anchor="b">
            <a:normAutofit fontScale="90000"/>
          </a:bodyPr>
          <a:lstStyle/>
          <a:p>
            <a:r>
              <a:rPr lang="es-US" sz="5400"/>
              <a:t>DIAGRAMA DE FUNCIONALIDAD</a:t>
            </a:r>
            <a:br>
              <a:rPr lang="es-US" sz="5400"/>
            </a:br>
            <a:r>
              <a:rPr lang="es-US" sz="5400"/>
              <a:t>“CASOS DE USO”</a:t>
            </a:r>
            <a:endParaRPr lang="es-US" sz="5400" dirty="0"/>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89C2E16-8CAD-934D-F052-B02B8043B48F}"/>
              </a:ext>
            </a:extLst>
          </p:cNvPr>
          <p:cNvSpPr>
            <a:spLocks noGrp="1"/>
          </p:cNvSpPr>
          <p:nvPr>
            <p:ph idx="1"/>
          </p:nvPr>
        </p:nvSpPr>
        <p:spPr>
          <a:xfrm>
            <a:off x="572493" y="2071316"/>
            <a:ext cx="6713552" cy="4119172"/>
          </a:xfrm>
        </p:spPr>
        <p:txBody>
          <a:bodyPr anchor="t">
            <a:normAutofit/>
          </a:bodyPr>
          <a:lstStyle/>
          <a:p>
            <a:pPr marL="0" indent="0">
              <a:buNone/>
            </a:pPr>
            <a:r>
              <a:rPr lang="es-US" sz="2400" dirty="0"/>
              <a:t>Diagrama de Casos de Uso</a:t>
            </a:r>
          </a:p>
          <a:p>
            <a:r>
              <a:rPr lang="es-US" sz="2400" dirty="0"/>
              <a:t>El diagrama de casos de uso es un tipo de diagrama de comportamiento dentro del lenguaje UML (</a:t>
            </a:r>
            <a:r>
              <a:rPr lang="es-US" sz="2400" dirty="0" err="1"/>
              <a:t>Unified</a:t>
            </a:r>
            <a:r>
              <a:rPr lang="es-US" sz="2400" dirty="0"/>
              <a:t> </a:t>
            </a:r>
            <a:r>
              <a:rPr lang="es-US" sz="2400" dirty="0" err="1"/>
              <a:t>Modeling</a:t>
            </a:r>
            <a:r>
              <a:rPr lang="es-US" sz="2400" dirty="0"/>
              <a:t> </a:t>
            </a:r>
            <a:r>
              <a:rPr lang="es-US" sz="2400" dirty="0" err="1"/>
              <a:t>Language</a:t>
            </a:r>
            <a:r>
              <a:rPr lang="es-US" sz="2400" dirty="0"/>
              <a:t>) que permite visualizar los requisitos funcionales de un sistema y cómo los actores (usuarios o sistemas externos) interactúan con él. Su objetivo principal es ofrecer una visión general clara y comprensible del sistema desde la perspectiva del usuario, facilitando la comunicación entre desarrolladores y clientes.</a:t>
            </a:r>
          </a:p>
          <a:p>
            <a:pPr marL="0" indent="0">
              <a:buNone/>
            </a:pPr>
            <a:endParaRPr lang="es-US" sz="2400" dirty="0"/>
          </a:p>
          <a:p>
            <a:endParaRPr lang="es-US" sz="1200" dirty="0"/>
          </a:p>
        </p:txBody>
      </p:sp>
      <p:pic>
        <p:nvPicPr>
          <p:cNvPr id="5" name="Picture 4" descr="Top view of cubes connected with black lines">
            <a:extLst>
              <a:ext uri="{FF2B5EF4-FFF2-40B4-BE49-F238E27FC236}">
                <a16:creationId xmlns:a16="http://schemas.microsoft.com/office/drawing/2014/main" id="{36FCD126-83C7-1E45-12EC-B84C0123E011}"/>
              </a:ext>
            </a:extLst>
          </p:cNvPr>
          <p:cNvPicPr>
            <a:picLocks noChangeAspect="1"/>
          </p:cNvPicPr>
          <p:nvPr/>
        </p:nvPicPr>
        <p:blipFill>
          <a:blip r:embed="rId2"/>
          <a:srcRect l="19117" r="8729"/>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4036210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0EDAB5F8-7237-C75E-D9A8-DB9745889B67}"/>
              </a:ext>
            </a:extLst>
          </p:cNvPr>
          <p:cNvSpPr>
            <a:spLocks noGrp="1"/>
          </p:cNvSpPr>
          <p:nvPr>
            <p:ph type="title"/>
          </p:nvPr>
        </p:nvSpPr>
        <p:spPr>
          <a:xfrm>
            <a:off x="479394" y="1070800"/>
            <a:ext cx="3939688" cy="5583126"/>
          </a:xfrm>
        </p:spPr>
        <p:txBody>
          <a:bodyPr>
            <a:normAutofit/>
          </a:bodyPr>
          <a:lstStyle/>
          <a:p>
            <a:pPr algn="r"/>
            <a:r>
              <a:rPr lang="es-US" sz="5000"/>
              <a:t>DESARROLLO DEL PROBLEMA</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Marcador de contenido 2">
            <a:extLst>
              <a:ext uri="{FF2B5EF4-FFF2-40B4-BE49-F238E27FC236}">
                <a16:creationId xmlns:a16="http://schemas.microsoft.com/office/drawing/2014/main" id="{CBC3CDC4-0A7C-F4C2-460F-F041164C756F}"/>
              </a:ext>
            </a:extLst>
          </p:cNvPr>
          <p:cNvGraphicFramePr>
            <a:graphicFrameLocks noGrp="1"/>
          </p:cNvGraphicFramePr>
          <p:nvPr>
            <p:ph idx="1"/>
            <p:extLst>
              <p:ext uri="{D42A27DB-BD31-4B8C-83A1-F6EECF244321}">
                <p14:modId xmlns:p14="http://schemas.microsoft.com/office/powerpoint/2010/main" val="169657506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3161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Marcador de contenido 3">
            <a:extLst>
              <a:ext uri="{FF2B5EF4-FFF2-40B4-BE49-F238E27FC236}">
                <a16:creationId xmlns:a16="http://schemas.microsoft.com/office/drawing/2014/main" id="{729F2F00-4796-0688-6469-ED62F2533CC1}"/>
              </a:ext>
            </a:extLst>
          </p:cNvPr>
          <p:cNvPicPr>
            <a:picLocks noGrp="1" noChangeAspect="1"/>
          </p:cNvPicPr>
          <p:nvPr>
            <p:ph idx="1"/>
          </p:nvPr>
        </p:nvPicPr>
        <p:blipFill>
          <a:blip r:embed="rId2"/>
          <a:srcRect r="5315" b="-1"/>
          <a:stretch>
            <a:fillRect/>
          </a:stretch>
        </p:blipFill>
        <p:spPr>
          <a:xfrm>
            <a:off x="20" y="1282"/>
            <a:ext cx="12191980" cy="6856718"/>
          </a:xfrm>
          <a:prstGeom prst="rect">
            <a:avLst/>
          </a:prstGeom>
        </p:spPr>
      </p:pic>
    </p:spTree>
    <p:extLst>
      <p:ext uri="{BB962C8B-B14F-4D97-AF65-F5344CB8AC3E}">
        <p14:creationId xmlns:p14="http://schemas.microsoft.com/office/powerpoint/2010/main" val="72183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 name="Rectangle 104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0" name="Freeform: Shape 104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2" name="Rectangle 105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Freeform: Shape 105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58" name="Isosceles Triangle 105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Isosceles Triangle 105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Marcador de contenido 13">
            <a:extLst>
              <a:ext uri="{FF2B5EF4-FFF2-40B4-BE49-F238E27FC236}">
                <a16:creationId xmlns:a16="http://schemas.microsoft.com/office/drawing/2014/main" id="{6D7EC061-ECBF-621F-6B3B-3456BFAB0B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484" y="0"/>
            <a:ext cx="12091516" cy="6858000"/>
          </a:xfrm>
          <a:prstGeom prst="rect">
            <a:avLst/>
          </a:prstGeom>
        </p:spPr>
      </p:pic>
    </p:spTree>
    <p:extLst>
      <p:ext uri="{BB962C8B-B14F-4D97-AF65-F5344CB8AC3E}">
        <p14:creationId xmlns:p14="http://schemas.microsoft.com/office/powerpoint/2010/main" val="393572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5F77B74C-1327-2F97-64C0-48706868FE7C}"/>
              </a:ext>
            </a:extLst>
          </p:cNvPr>
          <p:cNvSpPr>
            <a:spLocks noGrp="1"/>
          </p:cNvSpPr>
          <p:nvPr>
            <p:ph type="title"/>
          </p:nvPr>
        </p:nvSpPr>
        <p:spPr>
          <a:xfrm>
            <a:off x="479394" y="1070800"/>
            <a:ext cx="3939688" cy="5583126"/>
          </a:xfrm>
        </p:spPr>
        <p:txBody>
          <a:bodyPr>
            <a:normAutofit/>
          </a:bodyPr>
          <a:lstStyle/>
          <a:p>
            <a:pPr algn="r"/>
            <a:r>
              <a:rPr lang="es-US" sz="5600" b="1" dirty="0"/>
              <a:t>Conclusión</a:t>
            </a:r>
            <a:endParaRPr lang="es-US" sz="5600" dirty="0"/>
          </a:p>
        </p:txBody>
      </p:sp>
      <p:cxnSp>
        <p:nvCxnSpPr>
          <p:cNvPr id="16"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7" name="Marcador de contenido 2">
            <a:extLst>
              <a:ext uri="{FF2B5EF4-FFF2-40B4-BE49-F238E27FC236}">
                <a16:creationId xmlns:a16="http://schemas.microsoft.com/office/drawing/2014/main" id="{5D4E75A6-BCDC-2FA1-20EC-0193E81A695F}"/>
              </a:ext>
            </a:extLst>
          </p:cNvPr>
          <p:cNvGraphicFramePr>
            <a:graphicFrameLocks noGrp="1"/>
          </p:cNvGraphicFramePr>
          <p:nvPr>
            <p:ph idx="1"/>
            <p:extLst>
              <p:ext uri="{D42A27DB-BD31-4B8C-83A1-F6EECF244321}">
                <p14:modId xmlns:p14="http://schemas.microsoft.com/office/powerpoint/2010/main" val="375362393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467685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443</Words>
  <Application>Microsoft Office PowerPoint</Application>
  <PresentationFormat>Panorámica</PresentationFormat>
  <Paragraphs>20</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Aptos</vt:lpstr>
      <vt:lpstr>Aptos Display</vt:lpstr>
      <vt:lpstr>Arial</vt:lpstr>
      <vt:lpstr>Times New Roman</vt:lpstr>
      <vt:lpstr>Tema de Office</vt:lpstr>
      <vt:lpstr>LÓGICA DE PROGRAMACIÓN Docente: Carlos Andrés Arévalo Torres</vt:lpstr>
      <vt:lpstr>“Juego del Ahorcado”</vt:lpstr>
      <vt:lpstr>DIAGRAMA DE FUNCIONALIDAD “CASOS DE USO”</vt:lpstr>
      <vt:lpstr>DESARROLLO DEL PROBLEMA</vt:lpstr>
      <vt:lpstr>Presentación de PowerPoint</vt:lpstr>
      <vt:lpstr>Presentación de PowerPoint</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Julio De Loor</dc:creator>
  <cp:lastModifiedBy>Julio De Loor</cp:lastModifiedBy>
  <cp:revision>1</cp:revision>
  <dcterms:created xsi:type="dcterms:W3CDTF">2026-06-01T01:56:16Z</dcterms:created>
  <dcterms:modified xsi:type="dcterms:W3CDTF">2026-06-01T04:29:37Z</dcterms:modified>
</cp:coreProperties>
</file>